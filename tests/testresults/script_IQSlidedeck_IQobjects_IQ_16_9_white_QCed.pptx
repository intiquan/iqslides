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gif" ContentType="image/gif"/>
  <Default Extension="svg" ContentType="image/svg+xml"/>
  <Default Extension="bmp" ContentType="image/bmp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68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4" autoAdjust="0"/>
    <p:restoredTop sz="96327"/>
  </p:normalViewPr>
  <p:slideViewPr>
    <p:cSldViewPr snapToGrid="0">
      <p:cViewPr varScale="1">
        <p:scale>
          <a:sx n="59" d="100"/>
          <a:sy n="59" d="100"/>
        </p:scale>
        <p:origin x="78" y="149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57" d="100"/>
          <a:sy n="157" d="100"/>
        </p:scale>
        <p:origin x="5976" y="184"/>
      </p:cViewPr>
      <p:guideLst/>
    </p:cSldViewPr>
  </p:notes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presProps" Target="presProp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ableStyles" Target="tableStyles.xml"/>
<Relationship Id="rId5" Type="http://schemas.openxmlformats.org/officeDocument/2006/relationships/theme" Target="theme/theme1.xml"/>
<Relationship Id="rId4" Type="http://schemas.openxmlformats.org/officeDocument/2006/relationships/viewProps" Target="viewProps.xml"/>
<Relationship Id="rId7" Type="http://schemas.openxmlformats.org/officeDocument/2006/relationships/slide" Target="slides/slide1.xml"/>
<Relationship Id="rId8" Type="http://schemas.openxmlformats.org/officeDocument/2006/relationships/slide" Target="slides/slide2.xml"/>
<Relationship Id="rId9" Type="http://schemas.openxmlformats.org/officeDocument/2006/relationships/slide" Target="slides/slide3.xml"/>
<Relationship Id="rId10" Type="http://schemas.openxmlformats.org/officeDocument/2006/relationships/slide" Target="slides/slide4.xml"/>
<Relationship Id="rId11" Type="http://schemas.openxmlformats.org/officeDocument/2006/relationships/slide" Target="slides/slide5.xml"/>
<Relationship Id="rId12" Type="http://schemas.openxmlformats.org/officeDocument/2006/relationships/slide" Target="slides/slide6.xml"/>
<Relationship Id="rId13" Type="http://schemas.openxmlformats.org/officeDocument/2006/relationships/slide" Target="slides/slide7.xml"/>
<Relationship Id="rId14" Type="http://schemas.openxmlformats.org/officeDocument/2006/relationships/slide" Target="slides/slide8.xml"/>
<Relationship Id="rId15" Type="http://schemas.openxmlformats.org/officeDocument/2006/relationships/slide" Target="slides/slide9.xml"/>
<Relationship Id="rId16" Type="http://schemas.openxmlformats.org/officeDocument/2006/relationships/slide" Target="slides/slide10.xml"/>
<Relationship Id="rId17" Type="http://schemas.openxmlformats.org/officeDocument/2006/relationships/slide" Target="slides/slide11.xml"/>
<Relationship Id="rId18" Type="http://schemas.openxmlformats.org/officeDocument/2006/relationships/slide" Target="slides/slide12.xml"/>
<Relationship Id="rId19" Type="http://schemas.openxmlformats.org/officeDocument/2006/relationships/slide" Target="slides/slide13.xml"/>
<Relationship Id="rId20" Type="http://schemas.openxmlformats.org/officeDocument/2006/relationships/slide" Target="slides/slide14.xml"/>
<Relationship Id="rId21" Type="http://schemas.openxmlformats.org/officeDocument/2006/relationships/slide" Target="slides/slide15.xml"/>
<Relationship Id="rId22" Type="http://schemas.openxmlformats.org/officeDocument/2006/relationships/slide" Target="slides/slide16.xml"/>
<Relationship Id="rId23" Type="http://schemas.openxmlformats.org/officeDocument/2006/relationships/slide" Target="slides/slide17.xml"/>
<Relationship Id="rId24" Type="http://schemas.openxmlformats.org/officeDocument/2006/relationships/slide" Target="slides/slide18.xml"/>
<Relationship Id="rId25" Type="http://schemas.openxmlformats.org/officeDocument/2006/relationships/slide" Target="slides/slide19.xml"/>
<Relationship Id="rId26" Type="http://schemas.openxmlformats.org/officeDocument/2006/relationships/slide" Target="slides/slide20.xml"/>
<Relationship Id="rId27" Type="http://schemas.openxmlformats.org/officeDocument/2006/relationships/slide" Target="slides/slide21.xml"/>
<Relationship Id="rId28" Type="http://schemas.openxmlformats.org/officeDocument/2006/relationships/slide" Target="slides/slide22.xml"/>
<Relationship Id="rId29" Type="http://schemas.openxmlformats.org/officeDocument/2006/relationships/slide" Target="slides/slide23.xml"/>
<Relationship Id="rId30" Type="http://schemas.openxmlformats.org/officeDocument/2006/relationships/slide" Target="slides/slide24.xml"/>
<Relationship Id="rId31" Type="http://schemas.openxmlformats.org/officeDocument/2006/relationships/slide" Target="slides/slide25.xml"/>
</Relationships>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FA6572-123C-204E-8BB0-13A3740E061E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CC03B3-E1E2-FF48-A062-C0790FA3C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396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11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emf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emf"/><Relationship Id="rId7" Type="http://schemas.openxmlformats.org/officeDocument/2006/relationships/image" Target="../media/image11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emf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8CA3E-9520-B606-9D2E-380D40915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70000" y="2088000"/>
            <a:ext cx="9319058" cy="1415348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AD9138-4297-F78D-B659-5FCFFA666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9377" y="3602038"/>
            <a:ext cx="9319057" cy="73620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edit Master subtitle style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838E03A1-4CE2-F077-BF22-D8089E9900C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62257" y="4569306"/>
            <a:ext cx="209550" cy="23495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25FC57C5-8159-A4F8-CF32-78D996E925A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62258" y="5270269"/>
            <a:ext cx="209549" cy="215899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438C2300-2FF0-5543-58E8-40294CD130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41378" y="4595823"/>
            <a:ext cx="4747056" cy="498970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Author Placeholder 6">
            <a:extLst>
              <a:ext uri="{FF2B5EF4-FFF2-40B4-BE49-F238E27FC236}">
                <a16:creationId xmlns:a16="http://schemas.microsoft.com/office/drawing/2014/main" id="{71D8416B-FACC-5107-6149-40E76F62A7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1377" y="5270269"/>
            <a:ext cx="4747055" cy="129567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16" name="Grafik 15" descr="Ein Bild, das Screenshot, Grafiken, Farbigkeit, Design enthält.&#10;&#10;Automatisch generierte Beschreibung">
            <a:extLst>
              <a:ext uri="{FF2B5EF4-FFF2-40B4-BE49-F238E27FC236}">
                <a16:creationId xmlns:a16="http://schemas.microsoft.com/office/drawing/2014/main" id="{B7F7511E-86CB-90FE-48B5-F51F12DD0C3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0578" y="1062000"/>
            <a:ext cx="1498600" cy="1511300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93766F2-38C9-9EAA-ED7E-3DDA1271492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571105" y="6465236"/>
            <a:ext cx="2739638" cy="256239"/>
          </a:xfrm>
          <a:prstGeom prst="rect">
            <a:avLst/>
          </a:prstGeom>
        </p:spPr>
        <p:txBody>
          <a:bodyPr/>
          <a:lstStyle/>
          <a:p>
            <a:endParaRPr lang="en-US" noProof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E66622E-FFD0-5FE1-4DF2-A60C8815A59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759571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not QC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98CA3E-9520-B606-9D2E-380D40915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9378" y="2088000"/>
            <a:ext cx="9319058" cy="142630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EAD9138-4297-F78D-B659-5FCFFA666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9377" y="3602038"/>
            <a:ext cx="9319057" cy="73620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838E03A1-4CE2-F077-BF22-D8089E9900C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62257" y="4569306"/>
            <a:ext cx="209550" cy="23495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25FC57C5-8159-A4F8-CF32-78D996E925A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62258" y="5270269"/>
            <a:ext cx="209549" cy="215899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438C2300-2FF0-5543-58E8-40294CD130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41378" y="4595823"/>
            <a:ext cx="4747056" cy="498970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Author Placeholder 6">
            <a:extLst>
              <a:ext uri="{FF2B5EF4-FFF2-40B4-BE49-F238E27FC236}">
                <a16:creationId xmlns:a16="http://schemas.microsoft.com/office/drawing/2014/main" id="{71D8416B-FACC-5107-6149-40E76F62A7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1377" y="5270269"/>
            <a:ext cx="4747055" cy="129567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16" name="Grafik 15" descr="Ein Bild, das Screenshot, Grafiken, Farbigkeit, Design enthält.&#10;&#10;Automatisch generierte Beschreibung">
            <a:extLst>
              <a:ext uri="{FF2B5EF4-FFF2-40B4-BE49-F238E27FC236}">
                <a16:creationId xmlns:a16="http://schemas.microsoft.com/office/drawing/2014/main" id="{B7F7511E-86CB-90FE-48B5-F51F12DD0C3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0578" y="1062000"/>
            <a:ext cx="1498600" cy="1511300"/>
          </a:xfrm>
          <a:prstGeom prst="rect">
            <a:avLst/>
          </a:prstGeom>
        </p:spPr>
      </p:pic>
      <p:pic>
        <p:nvPicPr>
          <p:cNvPr id="6" name="Grafik 5" descr="Ein Bild, das Herz, Grafiken, Logo, Schrift enthält.&#10;&#10;Automatisch generierte Beschreibung">
            <a:extLst>
              <a:ext uri="{FF2B5EF4-FFF2-40B4-BE49-F238E27FC236}">
                <a16:creationId xmlns:a16="http://schemas.microsoft.com/office/drawing/2014/main" id="{F9602DB7-C580-0E34-EE12-7EEC63571D7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271242" y="-12949"/>
            <a:ext cx="2603384" cy="1316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547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98CA3E-9520-B606-9D2E-380D40915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70000" y="2088000"/>
            <a:ext cx="9319058" cy="142200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4500" b="1">
                <a:solidFill>
                  <a:srgbClr val="4068AF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EAD9138-4297-F78D-B659-5FCFFA666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9377" y="3602038"/>
            <a:ext cx="9319057" cy="73620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838E03A1-4CE2-F077-BF22-D8089E9900C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96000" y="4664417"/>
            <a:ext cx="209550" cy="23495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25FC57C5-8159-A4F8-CF32-78D996E925A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96001" y="5627687"/>
            <a:ext cx="209549" cy="215899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438C2300-2FF0-5543-58E8-40294CD130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41377" y="4595823"/>
            <a:ext cx="4747057" cy="55806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4068AF"/>
                </a:solidFill>
              </a:defRPr>
            </a:lvl1pPr>
            <a:lvl2pPr marL="457200" indent="0">
              <a:buNone/>
              <a:defRPr sz="1400">
                <a:solidFill>
                  <a:srgbClr val="4068AF"/>
                </a:solidFill>
              </a:defRPr>
            </a:lvl2pPr>
            <a:lvl3pPr marL="914400" indent="0">
              <a:buNone/>
              <a:defRPr sz="1400">
                <a:solidFill>
                  <a:srgbClr val="4068AF"/>
                </a:solidFill>
              </a:defRPr>
            </a:lvl3pPr>
            <a:lvl4pPr marL="1371600" indent="0">
              <a:buNone/>
              <a:defRPr sz="1400">
                <a:solidFill>
                  <a:srgbClr val="4068AF"/>
                </a:solidFill>
              </a:defRPr>
            </a:lvl4pPr>
            <a:lvl5pPr marL="1828800" indent="0">
              <a:buNone/>
              <a:defRPr sz="1400">
                <a:solidFill>
                  <a:srgbClr val="4068AF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5" name="Author Placeholder 6">
            <a:extLst>
              <a:ext uri="{FF2B5EF4-FFF2-40B4-BE49-F238E27FC236}">
                <a16:creationId xmlns:a16="http://schemas.microsoft.com/office/drawing/2014/main" id="{71D8416B-FACC-5107-6149-40E76F62A7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1375" y="5270269"/>
            <a:ext cx="4747057" cy="129567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4068AF"/>
                </a:solidFill>
              </a:defRPr>
            </a:lvl1pPr>
            <a:lvl2pPr marL="457200" indent="0">
              <a:buNone/>
              <a:defRPr sz="1400">
                <a:solidFill>
                  <a:srgbClr val="4068AF"/>
                </a:solidFill>
              </a:defRPr>
            </a:lvl2pPr>
            <a:lvl3pPr marL="914400" indent="0">
              <a:buNone/>
              <a:defRPr sz="1400">
                <a:solidFill>
                  <a:srgbClr val="4068AF"/>
                </a:solidFill>
              </a:defRPr>
            </a:lvl3pPr>
            <a:lvl4pPr marL="1371600" indent="0">
              <a:buNone/>
              <a:defRPr sz="1400">
                <a:solidFill>
                  <a:srgbClr val="4068AF"/>
                </a:solidFill>
              </a:defRPr>
            </a:lvl4pPr>
            <a:lvl5pPr marL="1828800" indent="0">
              <a:buNone/>
              <a:defRPr sz="1400">
                <a:solidFill>
                  <a:srgbClr val="4068AF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pic>
        <p:nvPicPr>
          <p:cNvPr id="16" name="Grafik 15" descr="Ein Bild, das Screenshot, Grafiken, Farbigkeit, Design enthält.&#10;&#10;Automatisch generierte Beschreibung">
            <a:extLst>
              <a:ext uri="{FF2B5EF4-FFF2-40B4-BE49-F238E27FC236}">
                <a16:creationId xmlns:a16="http://schemas.microsoft.com/office/drawing/2014/main" id="{B7F7511E-86CB-90FE-48B5-F51F12DD0C3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0578" y="1062000"/>
            <a:ext cx="1498600" cy="15113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0BE0B3D-5880-6829-4F59-43B18E8A807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230662" y="4593242"/>
            <a:ext cx="209550" cy="23495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20E21D2-E866-2ADB-3A16-EDB07AD9504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6251690" y="5270269"/>
            <a:ext cx="20955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17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 not QC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98CA3E-9520-B606-9D2E-380D40915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9378" y="2088383"/>
            <a:ext cx="9319058" cy="142158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4500" b="1">
                <a:solidFill>
                  <a:srgbClr val="4068AF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EAD9138-4297-F78D-B659-5FCFFA666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9377" y="3602038"/>
            <a:ext cx="9319057" cy="736206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4068A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838E03A1-4CE2-F077-BF22-D8089E9900C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96000" y="4664417"/>
            <a:ext cx="209550" cy="23495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25FC57C5-8159-A4F8-CF32-78D996E925A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96001" y="5627687"/>
            <a:ext cx="209549" cy="215899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438C2300-2FF0-5543-58E8-40294CD130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41377" y="4595823"/>
            <a:ext cx="4747057" cy="55806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4068AF"/>
                </a:solidFill>
              </a:defRPr>
            </a:lvl1pPr>
            <a:lvl2pPr marL="457200" indent="0">
              <a:buNone/>
              <a:defRPr sz="1400">
                <a:solidFill>
                  <a:srgbClr val="4068AF"/>
                </a:solidFill>
              </a:defRPr>
            </a:lvl2pPr>
            <a:lvl3pPr marL="914400" indent="0">
              <a:buNone/>
              <a:defRPr sz="1400">
                <a:solidFill>
                  <a:srgbClr val="4068AF"/>
                </a:solidFill>
              </a:defRPr>
            </a:lvl3pPr>
            <a:lvl4pPr marL="1371600" indent="0">
              <a:buNone/>
              <a:defRPr sz="1400">
                <a:solidFill>
                  <a:srgbClr val="4068AF"/>
                </a:solidFill>
              </a:defRPr>
            </a:lvl4pPr>
            <a:lvl5pPr marL="1828800" indent="0">
              <a:buNone/>
              <a:defRPr sz="1400">
                <a:solidFill>
                  <a:srgbClr val="4068AF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5" name="Author Placeholder 6">
            <a:extLst>
              <a:ext uri="{FF2B5EF4-FFF2-40B4-BE49-F238E27FC236}">
                <a16:creationId xmlns:a16="http://schemas.microsoft.com/office/drawing/2014/main" id="{71D8416B-FACC-5107-6149-40E76F62A7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1375" y="5270269"/>
            <a:ext cx="4747057" cy="129567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4068AF"/>
                </a:solidFill>
              </a:defRPr>
            </a:lvl1pPr>
            <a:lvl2pPr marL="457200" indent="0">
              <a:buNone/>
              <a:defRPr sz="1400">
                <a:solidFill>
                  <a:srgbClr val="4068AF"/>
                </a:solidFill>
              </a:defRPr>
            </a:lvl2pPr>
            <a:lvl3pPr marL="914400" indent="0">
              <a:buNone/>
              <a:defRPr sz="1400">
                <a:solidFill>
                  <a:srgbClr val="4068AF"/>
                </a:solidFill>
              </a:defRPr>
            </a:lvl3pPr>
            <a:lvl4pPr marL="1371600" indent="0">
              <a:buNone/>
              <a:defRPr sz="1400">
                <a:solidFill>
                  <a:srgbClr val="4068AF"/>
                </a:solidFill>
              </a:defRPr>
            </a:lvl4pPr>
            <a:lvl5pPr marL="1828800" indent="0">
              <a:buNone/>
              <a:defRPr sz="1400">
                <a:solidFill>
                  <a:srgbClr val="4068AF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pic>
        <p:nvPicPr>
          <p:cNvPr id="16" name="Grafik 15" descr="Ein Bild, das Screenshot, Grafiken, Farbigkeit, Design enthält.&#10;&#10;Automatisch generierte Beschreibung">
            <a:extLst>
              <a:ext uri="{FF2B5EF4-FFF2-40B4-BE49-F238E27FC236}">
                <a16:creationId xmlns:a16="http://schemas.microsoft.com/office/drawing/2014/main" id="{B7F7511E-86CB-90FE-48B5-F51F12DD0C3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0578" y="1062000"/>
            <a:ext cx="1498600" cy="15113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0BE0B3D-5880-6829-4F59-43B18E8A807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230662" y="4593242"/>
            <a:ext cx="209550" cy="23495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20E21D2-E866-2ADB-3A16-EDB07AD9504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6251690" y="5270269"/>
            <a:ext cx="209550" cy="215900"/>
          </a:xfrm>
          <a:prstGeom prst="rect">
            <a:avLst/>
          </a:prstGeom>
        </p:spPr>
      </p:pic>
      <p:pic>
        <p:nvPicPr>
          <p:cNvPr id="6" name="Grafik 5" descr="Ein Bild, das Herz, Grafiken, Logo, Schrift enthält.&#10;&#10;Automatisch generierte Beschreibung">
            <a:extLst>
              <a:ext uri="{FF2B5EF4-FFF2-40B4-BE49-F238E27FC236}">
                <a16:creationId xmlns:a16="http://schemas.microsoft.com/office/drawing/2014/main" id="{64088749-15BD-54BF-D25E-C65E515C58A0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4271242" y="-12949"/>
            <a:ext cx="2603384" cy="1316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732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ED3C0-30E8-CD63-4DFB-37E38B1AC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36" y="180000"/>
            <a:ext cx="10938164" cy="95003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5D6DB-B941-ACFD-D9C9-C83ADC792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4742F-E547-A449-D47D-5F5B7C38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C54A208-1C6A-E830-5559-D54E919211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11826B0-450F-2224-26E3-2DD4C564CE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31C44D82-BD68-3951-46E9-AA2572874C9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127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ED3C0-30E8-CD63-4DFB-37E38B1AC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36" y="180000"/>
            <a:ext cx="3007295" cy="6151350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sz="2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5D6DB-B941-ACFD-D9C9-C83ADC792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5692" y="180000"/>
            <a:ext cx="7688107" cy="61513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4742F-E547-A449-D47D-5F5B7C38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C54A208-1C6A-E830-5559-D54E919211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 flipV="1">
            <a:off x="2678235" y="2472378"/>
            <a:ext cx="1672741" cy="45719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F882F69E-A04A-5C3A-969F-1B47F085E2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 flipV="1">
            <a:off x="2678235" y="4032255"/>
            <a:ext cx="1672741" cy="45719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FB1027D-1230-7A64-A615-B3E6CDC53A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1DB6F6FA-ED6A-BC60-4979-B4DEA8B1CF8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021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ED3C0-30E8-CD63-4DFB-37E38B1AC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36" y="180000"/>
            <a:ext cx="10938164" cy="95003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5D6DB-B941-ACFD-D9C9-C83ADC792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36" y="1458000"/>
            <a:ext cx="10938164" cy="440346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4742F-E547-A449-D47D-5F5B7C38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C54A208-1C6A-E830-5559-D54E919211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C711D60-A38E-85C7-B999-C500F0BA92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5636" y="5922963"/>
            <a:ext cx="10938164" cy="4699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D195E2C-99CE-BCBB-7BCF-634489B94C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56667634-1EFC-8ED1-851C-D57F30D04F1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16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nd Captio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ED3C0-30E8-CD63-4DFB-37E38B1AC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36" y="180000"/>
            <a:ext cx="3007295" cy="5669938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5D6DB-B941-ACFD-D9C9-C83ADC792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5692" y="180000"/>
            <a:ext cx="7688107" cy="56699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4742F-E547-A449-D47D-5F5B7C38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C54A208-1C6A-E830-5559-D54E919211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 flipV="1">
            <a:off x="2678235" y="1986856"/>
            <a:ext cx="1672741" cy="45719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F882F69E-A04A-5C3A-969F-1B47F085E2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 flipV="1">
            <a:off x="2678235" y="3546733"/>
            <a:ext cx="1672741" cy="45719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C1241DC3-CEF3-7A58-E3F7-82A047E020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5636" y="5922963"/>
            <a:ext cx="10938163" cy="4699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C2E972B-9892-D1ED-553E-FAEF46BBDE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F8BE4666-BAFC-8022-5101-BA9C6C898B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07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ED3C0-30E8-CD63-4DFB-37E38B1AC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649" y="267037"/>
            <a:ext cx="10938164" cy="308272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4742F-E547-A449-D47D-5F5B7C38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C54A208-1C6A-E830-5559-D54E919211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5137360" y="3417881"/>
            <a:ext cx="1672741" cy="45719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F408C8B-E4CD-D353-6ED1-07C9068E78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4649" y="3531723"/>
            <a:ext cx="10938164" cy="2318819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145199D-92EB-2151-2D5E-40E32520C3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E57CA0F2-8094-9AED-F226-0B4D10DCB0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049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09193-B7D8-C10D-E3CF-E1A9370E9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7DE7A-58A0-F665-D93F-9268761B3F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4000" y="1458000"/>
            <a:ext cx="5181600" cy="473054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2DA02-3386-FBFF-CB18-B43FF9CEB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58000"/>
            <a:ext cx="5181600" cy="473054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7854D-7B83-F205-CFB3-52883CD5E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985AF51-780B-BAC4-9CC9-1D41F36207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02085F0-C7D9-45AB-5596-4A63E1F4EA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A150B146-5F54-7543-E2C8-CEF46702FF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068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Right Bigg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09193-B7D8-C10D-E3CF-E1A9370E9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7DE7A-58A0-F665-D93F-9268761B3F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4000" y="1458000"/>
            <a:ext cx="3551097" cy="473054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2DA02-3386-FBFF-CB18-B43FF9CEB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73236" y="1458000"/>
            <a:ext cx="7280564" cy="473054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7854D-7B83-F205-CFB3-52883CD5E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985AF51-780B-BAC4-9CC9-1D41F36207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2B7DE585-22B0-033E-E40C-8036CFF6ED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3EEE07DF-F394-E443-387E-067F26FABDF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061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Capti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09193-B7D8-C10D-E3CF-E1A9370E9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7DE7A-58A0-F665-D93F-9268761B3F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4000" y="1457999"/>
            <a:ext cx="5181600" cy="493844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2DA02-3386-FBFF-CB18-B43FF9CEB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58000"/>
            <a:ext cx="5181600" cy="43919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7854D-7B83-F205-CFB3-52883CD5E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985AF51-780B-BAC4-9CC9-1D41F36207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28D3778-EB2F-D334-DC7A-2F4DAE0EB6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59346" y="5926541"/>
            <a:ext cx="5181599" cy="4699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8230D801-5FB2-6938-390C-24494D26B3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2738F499-5A5C-D67A-61AE-AA1FA912292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6975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Capti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09193-B7D8-C10D-E3CF-E1A9370E9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7DE7A-58A0-F665-D93F-9268761B3F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4000" y="1458000"/>
            <a:ext cx="5181600" cy="43919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2DA02-3386-FBFF-CB18-B43FF9CEB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57999"/>
            <a:ext cx="5181600" cy="493844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7854D-7B83-F205-CFB3-52883CD5E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985AF51-780B-BAC4-9CC9-1D41F36207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5167EA1-5B9E-6F7F-AAC5-B1C0E2DE90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4001" y="5926541"/>
            <a:ext cx="5181599" cy="4699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96372338-A297-F3E8-0C9B-A5D3348AB9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7F4D4FDB-F202-887E-FF34-7F0166ECC9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2734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09193-B7D8-C10D-E3CF-E1A9370E9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7DE7A-58A0-F665-D93F-9268761B3F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4000" y="1458000"/>
            <a:ext cx="5181600" cy="43919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2DA02-3386-FBFF-CB18-B43FF9CEB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58000"/>
            <a:ext cx="5181600" cy="43919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7854D-7B83-F205-CFB3-52883CD5E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985AF51-780B-BAC4-9CC9-1D41F36207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5167EA1-5B9E-6F7F-AAC5-B1C0E2DE90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4001" y="5926541"/>
            <a:ext cx="5181599" cy="4699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28D3778-EB2F-D334-DC7A-2F4DAE0EB6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59346" y="5926541"/>
            <a:ext cx="5181599" cy="4699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2F03D65C-7D1F-0C51-0177-05C87EAE12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E9BF2DC9-D746-8178-CD05-CED3D8E987E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7093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C0772-3454-A349-4D8E-655E561AE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80000"/>
            <a:ext cx="10871459" cy="9504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CEFA4D-3CF0-291A-FB42-4451953AB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4000" y="1458000"/>
            <a:ext cx="5157787" cy="823912"/>
          </a:xfrm>
        </p:spPr>
        <p:txBody>
          <a:bodyPr anchor="t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76AF551-C8A9-88AF-81DE-86BDA1C5F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4000" y="2505075"/>
            <a:ext cx="5157787" cy="368458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7C14AD4-2AAB-4A0C-62BB-E632A634F2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58000"/>
            <a:ext cx="5183188" cy="823912"/>
          </a:xfrm>
        </p:spPr>
        <p:txBody>
          <a:bodyPr anchor="t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A1F609D-146F-3362-7A22-6DF8784EC2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8343B9E-593B-4C4C-77DC-FE8A987B7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2A721B1A-0867-28D9-A96F-541C3E39C0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7" name="Textplatzhalter 11">
            <a:extLst>
              <a:ext uri="{FF2B5EF4-FFF2-40B4-BE49-F238E27FC236}">
                <a16:creationId xmlns:a16="http://schemas.microsoft.com/office/drawing/2014/main" id="{2E7F6D0F-7A1D-AEE1-3B4C-9294D64321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C7030DEB-8487-C6DC-3EB0-2BC278DB2B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037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DDE73-8FAD-2103-76D9-33AD9EE5B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159" y="1683514"/>
            <a:ext cx="7830014" cy="2799276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EF7575-6C2B-7FD9-F373-C14D5A3FB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3" name="Grafik 2" descr="Ein Bild, das Screenshot, Grafiken, Farbigkeit, Design enthält.&#10;&#10;Automatisch generierte Beschreibung">
            <a:extLst>
              <a:ext uri="{FF2B5EF4-FFF2-40B4-BE49-F238E27FC236}">
                <a16:creationId xmlns:a16="http://schemas.microsoft.com/office/drawing/2014/main" id="{4A95C425-444B-4F47-9059-0DC67F36E3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1967" y="617420"/>
            <a:ext cx="1498600" cy="1511300"/>
          </a:xfrm>
          <a:prstGeom prst="rect">
            <a:avLst/>
          </a:prstGeom>
        </p:spPr>
      </p:pic>
      <p:pic>
        <p:nvPicPr>
          <p:cNvPr id="9" name="Grafik 8" descr="Ein Bild, das Screenshot, Grafiken, Farbigkeit, Design enthält.&#10;&#10;Automatisch generierte Beschreibung">
            <a:extLst>
              <a:ext uri="{FF2B5EF4-FFF2-40B4-BE49-F238E27FC236}">
                <a16:creationId xmlns:a16="http://schemas.microsoft.com/office/drawing/2014/main" id="{10833D06-1CDE-CA48-7B42-9E7AE91AF8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04327" y="4037584"/>
            <a:ext cx="1498600" cy="1511300"/>
          </a:xfrm>
          <a:prstGeom prst="rect">
            <a:avLst/>
          </a:prstGeom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8A5A457-E462-22D6-2E40-5FF83F9B9A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3410DFAF-9105-0D58-43C5-DB9797F6CF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0317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6C65C-115B-B13C-DE5A-B5BDF96B9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46C11D3-5047-C279-ADA8-2787EE6455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966B92A1-F7F2-A67F-ACC9-847B577302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4031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DD46C9-53FB-D6B1-26AC-72EEDD21A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80000"/>
            <a:ext cx="3932237" cy="95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FB9A3B-91FC-6855-C7B8-342BF98E1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3811" y="987425"/>
            <a:ext cx="6841577" cy="52661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F3F89A2-3DEF-A4AC-BCE7-E760065EB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3999" y="1458001"/>
            <a:ext cx="3932237" cy="47955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9A7FFC1-8A4E-FB8C-6639-711A54B0D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82CF50E-4689-45BC-4AAE-DC993E1BDE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5" name="Textplatzhalter 11">
            <a:extLst>
              <a:ext uri="{FF2B5EF4-FFF2-40B4-BE49-F238E27FC236}">
                <a16:creationId xmlns:a16="http://schemas.microsoft.com/office/drawing/2014/main" id="{D4865D36-96CB-2E8B-A986-CE4FC4778D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7E8FCC7A-0556-1DE9-4B78-D31C36F0CD1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5409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51BECA-92D4-7DE2-BCEA-F5EBDD58B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80000"/>
            <a:ext cx="3932237" cy="95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8B29C55-8DA3-11A3-EDC8-3F3DDB8AB0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88873" y="987425"/>
            <a:ext cx="6866515" cy="519998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78B04B3-D28E-983C-34D1-A2AFC1977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9339" y="1458000"/>
            <a:ext cx="3932237" cy="47294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E3A37B6-1ECD-610F-176C-FF292162F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C462199D-1AEB-F098-9E97-F703F707A6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5" name="Textplatzhalter 11">
            <a:extLst>
              <a:ext uri="{FF2B5EF4-FFF2-40B4-BE49-F238E27FC236}">
                <a16:creationId xmlns:a16="http://schemas.microsoft.com/office/drawing/2014/main" id="{FA78C465-876C-2E0F-A1C8-1100AAD778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0AB31B9C-7053-43D4-F013-40B952EEA95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6816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B9DA23-E328-2E0C-B123-483CD6146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36" y="180000"/>
            <a:ext cx="10938164" cy="95003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028ECF8-89F1-664F-6161-29CF45E33A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62D244-841C-4966-00BA-BC9D8C6B7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B6F869E-7CCC-4186-793D-2B41FD4ED9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4" name="Textplatzhalter 11">
            <a:extLst>
              <a:ext uri="{FF2B5EF4-FFF2-40B4-BE49-F238E27FC236}">
                <a16:creationId xmlns:a16="http://schemas.microsoft.com/office/drawing/2014/main" id="{DB452D88-DAA8-CFFE-FE36-68A725774E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6D7D0DC3-3E07-F87B-EDD3-D4D0242E12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6247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F473AF0-55F9-E34D-A46C-4804EDA4CC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66246A4-268B-9B08-5EDC-215396770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94639C-22C5-AA8C-4C07-F0E8913B5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4" name="Textplatzhalter 11">
            <a:extLst>
              <a:ext uri="{FF2B5EF4-FFF2-40B4-BE49-F238E27FC236}">
                <a16:creationId xmlns:a16="http://schemas.microsoft.com/office/drawing/2014/main" id="{34136BFB-A23C-F415-FA87-AA6AB194AE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9DB293DA-B92E-0A0B-D2CE-DE187E1BF9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0497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A46C65C-115B-B13C-DE5A-B5BDF96B9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0091D685-3C03-11AD-9874-9A9E170A055D}"/>
              </a:ext>
            </a:extLst>
          </p:cNvPr>
          <p:cNvSpPr/>
          <p:nvPr userDrawn="1"/>
        </p:nvSpPr>
        <p:spPr>
          <a:xfrm>
            <a:off x="0" y="1155469"/>
            <a:ext cx="1729047" cy="1496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 dirty="0">
              <a:noFill/>
              <a:latin typeface="Open Sans" panose="020B0606030504020204" pitchFamily="34" charset="0"/>
            </a:endParaRPr>
          </a:p>
        </p:txBody>
      </p:sp>
      <p:sp>
        <p:nvSpPr>
          <p:cNvPr id="5" name="Textplatzhalter 11">
            <a:extLst>
              <a:ext uri="{FF2B5EF4-FFF2-40B4-BE49-F238E27FC236}">
                <a16:creationId xmlns:a16="http://schemas.microsoft.com/office/drawing/2014/main" id="{EDFABD58-5D37-98DD-A775-111A5576DE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3D0C06DA-AF0A-588E-3B5B-3943D882D4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061767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A5DBF38F-275F-7794-1451-EAD50C746A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8144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1ED3C0-30E8-CD63-4DFB-37E38B1AC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649" y="3056548"/>
            <a:ext cx="10938164" cy="2701874"/>
          </a:xfrm>
          <a:prstGeom prst="rect">
            <a:avLst/>
          </a:prstGeom>
        </p:spPr>
        <p:txBody>
          <a:bodyPr anchor="t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C24742F-E547-A449-D47D-5F5B7C38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C54A208-1C6A-E830-5559-D54E919211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5137360" y="2473744"/>
            <a:ext cx="1672741" cy="4571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88FEC436-B663-6A8B-5913-DF9CE4B85B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09726" y="1797479"/>
            <a:ext cx="446953" cy="507352"/>
          </a:xfrm>
          <a:prstGeom prst="rect">
            <a:avLst/>
          </a:prstGeom>
        </p:spPr>
      </p:pic>
      <p:sp>
        <p:nvSpPr>
          <p:cNvPr id="4" name="Textplatzhalter 11">
            <a:extLst>
              <a:ext uri="{FF2B5EF4-FFF2-40B4-BE49-F238E27FC236}">
                <a16:creationId xmlns:a16="http://schemas.microsoft.com/office/drawing/2014/main" id="{AFFB773F-AE31-4718-1264-EDA929170E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E10F744C-3B27-BA2D-5620-FACC35C4C31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329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A9C9046-FFF3-3572-FAE2-0DDF3146F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36" y="1458000"/>
            <a:ext cx="10938164" cy="4873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 err="1"/>
              <a:t>Mastertextformat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Ebene</a:t>
            </a:r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Ebene</a:t>
            </a:r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Ebene</a:t>
            </a:r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5E4D42-A6E5-A373-7628-3E93C34D62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71105" y="6458155"/>
            <a:ext cx="556952" cy="2562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DD40EA8-0039-AB40-AF6A-0D34585574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elplatzhalter 8">
            <a:extLst>
              <a:ext uri="{FF2B5EF4-FFF2-40B4-BE49-F238E27FC236}">
                <a16:creationId xmlns:a16="http://schemas.microsoft.com/office/drawing/2014/main" id="{87C1E7FB-7126-7E65-E733-523FE2F21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 err="1"/>
              <a:t>Mastertitelformat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5897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4" r:id="rId2"/>
    <p:sldLayoutId id="2147483672" r:id="rId3"/>
    <p:sldLayoutId id="2147483675" r:id="rId4"/>
    <p:sldLayoutId id="2147483676" r:id="rId5"/>
    <p:sldLayoutId id="2147483662" r:id="rId6"/>
    <p:sldLayoutId id="2147483677" r:id="rId7"/>
    <p:sldLayoutId id="2147483678" r:id="rId8"/>
    <p:sldLayoutId id="2147483679" r:id="rId9"/>
    <p:sldLayoutId id="2147483664" r:id="rId10"/>
    <p:sldLayoutId id="2147483683" r:id="rId11"/>
    <p:sldLayoutId id="2147483682" r:id="rId12"/>
    <p:sldLayoutId id="2147483681" r:id="rId13"/>
    <p:sldLayoutId id="2147483680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3" r:id="rId22"/>
    <p:sldLayoutId id="2147483684" r:id="rId2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rgbClr val="4068AF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40000"/>
        </a:lnSpc>
        <a:spcBef>
          <a:spcPts val="1000"/>
        </a:spcBef>
        <a:buClr>
          <a:schemeClr val="tx1">
            <a:lumMod val="50000"/>
            <a:lumOff val="50000"/>
          </a:schemeClr>
        </a:buClr>
        <a:buSzPct val="100000"/>
        <a:buFontTx/>
        <a:buBlip>
          <a:blip r:embed="rId26"/>
        </a:buBlip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42950" indent="-285750" algn="l" defTabSz="914400" rtl="0" eaLnBrk="1" latinLnBrk="0" hangingPunct="1">
        <a:lnSpc>
          <a:spcPct val="140000"/>
        </a:lnSpc>
        <a:spcBef>
          <a:spcPts val="500"/>
        </a:spcBef>
        <a:buClr>
          <a:schemeClr val="tx1">
            <a:lumMod val="50000"/>
            <a:lumOff val="50000"/>
          </a:schemeClr>
        </a:buClr>
        <a:buFontTx/>
        <a:buBlip>
          <a:blip r:embed="rId27"/>
        </a:buBlip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140000"/>
        </a:lnSpc>
        <a:spcBef>
          <a:spcPts val="500"/>
        </a:spcBef>
        <a:buClr>
          <a:schemeClr val="tx1">
            <a:lumMod val="50000"/>
            <a:lumOff val="50000"/>
          </a:schemeClr>
        </a:buClr>
        <a:buFont typeface="Symbol" pitchFamily="2" charset="2"/>
        <a:buChar char="-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140000"/>
        </a:lnSpc>
        <a:spcBef>
          <a:spcPts val="500"/>
        </a:spcBef>
        <a:buClr>
          <a:schemeClr val="tx1">
            <a:lumMod val="50000"/>
            <a:lumOff val="50000"/>
          </a:schemeClr>
        </a:buClr>
        <a:buFont typeface="Symbol" pitchFamily="2" charset="2"/>
        <a:buChar char="-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140000"/>
        </a:lnSpc>
        <a:spcBef>
          <a:spcPts val="500"/>
        </a:spcBef>
        <a:buClr>
          <a:schemeClr val="tx1">
            <a:lumMod val="50000"/>
            <a:lumOff val="50000"/>
          </a:schemeClr>
        </a:buClr>
        <a:buFont typeface="Symbol" pitchFamily="2" charset="2"/>
        <a:buChar char="-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6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5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6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2.xml"/>
<Relationship Id="rId2" Type="http://schemas.openxmlformats.org/officeDocument/2006/relationships/image" Target="../media/cb482be9d901c5a264f7f4dfc6d08634ea8314d1.pn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5.xml"/>
<Relationship Id="rId2" Type="http://schemas.openxmlformats.org/officeDocument/2006/relationships/image" Target="../media/66f013cd4c5412448542da9e5853d9ab4285f82f.png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5.xml"/>
<Relationship Id="rId2" Type="http://schemas.openxmlformats.org/officeDocument/2006/relationships/image" Target="../media/7952d771d17c4d2c4952a1dd45b24418f06ae7b7.png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5.xml"/>
<Relationship Id="rId2" Type="http://schemas.openxmlformats.org/officeDocument/2006/relationships/image" Target="../media/738f02a12a528253200b5bf078a4c93aea4e430d.png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6.xml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0.xml"/>
<Relationship Id="rId2" Type="http://schemas.openxmlformats.org/officeDocument/2006/relationships/image" Target="../media/24b8ce30cd1c6451ef55c9d6e7cafb531681462a.png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0.xml"/>
<Relationship Id="rId2" Type="http://schemas.openxmlformats.org/officeDocument/2006/relationships/image" Target="../media/24b8ce30cd1c6451ef55c9d6e7cafb531681462a.png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0.xml"/>
<Relationship Id="rId2" Type="http://schemas.openxmlformats.org/officeDocument/2006/relationships/image" Target="../media/24b8ce30cd1c6451ef55c9d6e7cafb531681462a.png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6.xml"/>
</Relationships>

</file>

<file path=ppt/slides/_rels/slide1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1.xml"/>
<Relationship Id="rId2" Type="http://schemas.openxmlformats.org/officeDocument/2006/relationships/image" Target="../media/deb5d19fb24fa5e65cab07436fa97e9c39cdf715.png"/>
</Relationships>

</file>

<file path=ppt/slides/_rels/slide1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1.xml"/>
<Relationship Id="rId2" Type="http://schemas.openxmlformats.org/officeDocument/2006/relationships/image" Target="../media/2cdd10408318671bf389eb7ab751660ba97fc3e4.png"/>
<Relationship Id="rId3" Type="http://schemas.openxmlformats.org/officeDocument/2006/relationships/image" Target="../media/deb5d19fb24fa5e65cab07436fa97e9c39cdf715.png"/>
</Relationships>

</file>

<file path=ppt/slides/_rels/slide1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1.xml"/>
<Relationship Id="rId2" Type="http://schemas.openxmlformats.org/officeDocument/2006/relationships/image" Target="../media/2cdd10408318671bf389eb7ab751660ba97fc3e4.png"/>
</Relationships>

</file>

<file path=ppt/slides/_rels/slide1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1.xml"/>
<Relationship Id="rId2" Type="http://schemas.openxmlformats.org/officeDocument/2006/relationships/image" Target="../media/deb5d19fb24fa5e65cab07436fa97e9c39cdf715.png"/>
</Relationships>

</file>

<file path=ppt/slides/_rels/slide1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6.xml"/>
</Relationships>

</file>

<file path=ppt/slides/_rels/slide1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2.xml"/>
<Relationship Id="rId2" Type="http://schemas.openxmlformats.org/officeDocument/2006/relationships/image" Target="../media/992cd2df8e517205e65622a1911773ae0ea5cb9f.png"/>
</Relationships>

</file>

<file path=ppt/slides/_rels/slide2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2.xml"/>
<Relationship Id="rId2" Type="http://schemas.openxmlformats.org/officeDocument/2006/relationships/image" Target="../media/9b1ba40a17ac63046f19043716112fe315b40c59.png"/>
</Relationships>

</file>

<file path=ppt/slides/_rels/slide2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2.xml"/>
<Relationship Id="rId2" Type="http://schemas.openxmlformats.org/officeDocument/2006/relationships/image" Target="../media/44d5333f841a4177f440ffe9a98c000c1f24f6df.png"/>
</Relationships>

</file>

<file path=ppt/slides/_rels/slide2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2.xml"/>
<Relationship Id="rId2" Type="http://schemas.openxmlformats.org/officeDocument/2006/relationships/image" Target="../media/43e983dc7dfa3f2f2ad487daff585689d77e0e00.png"/>
</Relationships>

</file>

<file path=ppt/slides/_rels/slide2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8.xml"/>
<Relationship Id="rId2" Type="http://schemas.openxmlformats.org/officeDocument/2006/relationships/image" Target="../media/9f3c37269fd0c0ec47d90769c9cb4bfb780f44c4.png"/>
</Relationships>

</file>

<file path=ppt/slides/_rels/slide2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8d02e258284ef843f729508e550e2feb7a5ddb72.png"/>
</Relationships>

</file>

<file path=ppt/slides/_rels/slide2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4.xml"/>
<Relationship Id="rId2" Type="http://schemas.openxmlformats.org/officeDocument/2006/relationships/image" Target="../media/05630bbb4b81b63594d12a85252f8e749259e38e.png"/>
<Relationship Id="rId3" Type="http://schemas.openxmlformats.org/officeDocument/2006/relationships/image" Target="../media/ab1c9ce5caf0ead51c8f653a942758bc3c104b15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070000" y="2088000"/>
            <a:ext cx="9319058" cy="1422000"/>
          </a:xfrm>
        </p:spPr>
        <p:txBody>
          <a:bodyPr/>
          <a:lstStyle/>
          <a:p>
            <a:r>
              <a:rPr/>
              <a:t>Test Slide Deck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069377" y="3602038"/>
            <a:ext cx="9319057" cy="736206"/>
          </a:xfrm>
        </p:spPr>
        <p:txBody>
          <a:bodyPr/>
          <a:lstStyle/>
          <a:p>
            <a:r>
              <a:rPr/>
              <a:t>IQR Objects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body" sz="quarter" idx="10"/>
          </p:nvPr>
        </p:nvSpPr>
        <p:spPr>
          <a:xfrm>
            <a:off x="6641377" y="4595823"/>
            <a:ext cx="4747057" cy="558068"/>
          </a:xfrm>
        </p:spPr>
        <p:txBody>
          <a:bodyPr/>
          <a:lstStyle/>
          <a:p>
            <a:r>
              <a:rPr/>
              <a:t>2026-06-25</a:t>
            </a:r>
          </a:p>
        </p:txBody>
      </p:sp>
      <p:sp>
        <p:nvSpPr>
          <p:cNvPr id="5" name="Author Placeholder 6"/>
          <p:cNvSpPr>
            <a:spLocks noGrp="1"/>
          </p:cNvSpPr>
          <p:nvPr>
            <p:ph type="body" sz="quarter" idx="11"/>
          </p:nvPr>
        </p:nvSpPr>
        <p:spPr>
          <a:xfrm>
            <a:off x="6641375" y="5270269"/>
            <a:ext cx="4747057" cy="1295671"/>
          </a:xfrm>
        </p:spPr>
        <p:txBody>
          <a:bodyPr/>
          <a:lstStyle/>
          <a:p>
            <a:r>
              <a:rPr/>
              <a:t>Daniel Kaschek, IntiQuan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2159" y="1683514"/>
            <a:ext cx="7830014" cy="2799276"/>
          </a:xfrm>
        </p:spPr>
        <p:txBody>
          <a:bodyPr/>
          <a:lstStyle/>
          <a:p>
            <a:r>
              <a:rPr/>
              <a:t>Plain Slides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636" y="180000"/>
            <a:ext cx="10938164" cy="950032"/>
          </a:xfrm>
        </p:spPr>
        <p:txBody>
          <a:bodyPr/>
          <a:lstStyle/>
          <a:p>
            <a:r>
              <a:rPr/>
              <a:t>Just a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636" y="1458000"/>
            <a:ext cx="10938164" cy="4873350"/>
          </a:xfrm>
        </p:spPr>
        <p:txBody>
          <a:bodyPr/>
          <a:lstStyle/>
          <a:p>
            <a:r>
              <a:rPr/>
              <a:t>Cars data set from R datasets</a:t>
            </a:r>
          </a:p>
          <a:p>
            <a:r>
              <a:rPr/>
              <a:t>The data vie the speed of cars and distances taken to stop shown as plot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13:42:33.134877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2159" y="1683514"/>
            <a:ext cx="7830014" cy="2799276"/>
          </a:xfrm>
        </p:spPr>
        <p:txBody>
          <a:bodyPr/>
          <a:lstStyle/>
          <a:p>
            <a:r>
              <a:rPr/>
              <a:t>Slides with plots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Overview of cars distance vs time to stop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000" y="1457999"/>
            <a:ext cx="5181600" cy="4938441"/>
          </a:xfrm>
        </p:spPr>
        <p:txBody>
          <a:bodyPr/>
          <a:lstStyle/>
          <a:p>
            <a:r>
              <a:rPr/>
              <a:t>Cars data set from R datasets</a:t>
            </a:r>
          </a:p>
          <a:p>
            <a:r>
              <a:rPr/>
              <a:t>The data vie the speed of cars and distances taken to stop shown as plot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458000"/>
            <a:ext cx="5181600" cy="4391938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6159346" y="5926541"/>
            <a:ext cx="5181599" cy="469900"/>
          </a:xfrm>
        </p:spPr>
        <p:txBody>
          <a:bodyPr/>
          <a:lstStyle/>
          <a:p>
            <a:r>
              <a:rPr/>
              <a:t>Source: Ezekiel, M. (1930) Methods of Correlation Analysis. Wiley.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13:42:33.318072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636" y="180000"/>
            <a:ext cx="10938164" cy="950032"/>
          </a:xfrm>
        </p:spPr>
        <p:txBody>
          <a:bodyPr/>
          <a:lstStyle/>
          <a:p>
            <a:r>
              <a:rPr/>
              <a:t>Plot from png file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636" y="1458000"/>
            <a:ext cx="10938164" cy="4873350"/>
          </a:xfrm>
          <a:prstGeom prst="rect">
            <a:avLst/>
          </a:prstGeom>
        </p:spPr>
      </p:pic>
      <p:sp>
        <p:nvSpPr>
          <p:cNvPr id="4" name="Footer Placeholder 4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13:42:38.134802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636" y="180000"/>
            <a:ext cx="10938164" cy="950032"/>
          </a:xfrm>
        </p:spPr>
        <p:txBody>
          <a:bodyPr/>
          <a:lstStyle/>
          <a:p>
            <a:r>
              <a:rPr/>
              <a:t>Plot from pdf file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636" y="1458000"/>
            <a:ext cx="10938164" cy="4873350"/>
          </a:xfrm>
          <a:prstGeom prst="rect">
            <a:avLst/>
          </a:prstGeom>
        </p:spPr>
      </p:pic>
      <p:sp>
        <p:nvSpPr>
          <p:cNvPr id="4" name="Footer Placeholder 4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13:42:39.88711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636" y="180000"/>
            <a:ext cx="10938164" cy="950032"/>
          </a:xfrm>
        </p:spPr>
        <p:txBody>
          <a:bodyPr/>
          <a:lstStyle/>
          <a:p>
            <a:r>
              <a:rPr/>
              <a:t>Plot from ggplot object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636" y="1458000"/>
            <a:ext cx="10938164" cy="4873350"/>
          </a:xfrm>
          <a:prstGeom prst="rect">
            <a:avLst/>
          </a:prstGeom>
        </p:spPr>
      </p:pic>
      <p:sp>
        <p:nvSpPr>
          <p:cNvPr id="4" name="Footer Placeholder 4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13:42:46.922015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2159" y="1683514"/>
            <a:ext cx="7830014" cy="2799276"/>
          </a:xfrm>
        </p:spPr>
        <p:txBody>
          <a:bodyPr/>
          <a:lstStyle/>
          <a:p>
            <a:r>
              <a:rPr/>
              <a:t>Slides with tables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Overview of cars distance vs time to stop shown as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000" y="1458000"/>
            <a:ext cx="5181600" cy="4730548"/>
          </a:xfrm>
        </p:spPr>
        <p:txBody>
          <a:bodyPr/>
          <a:lstStyle/>
          <a:p>
            <a:r>
              <a:rPr/>
              <a:t>Cars data set from R datasets</a:t>
            </a:r>
          </a:p>
          <a:p>
            <a:r>
              <a:rPr/>
              <a:t>The data vie the speed of cars and distances taken to stop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458000"/>
            <a:ext cx="5181600" cy="4730548"/>
          </a:xfrm>
          <a:prstGeom prst="rect">
            <a:avLst/>
          </a:prstGeom>
        </p:spPr>
      </p:pic>
      <p:sp>
        <p:nvSpPr>
          <p:cNvPr id="5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13:42:34.215137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Overview of cars distance vs time to stop shown as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000" y="1458000"/>
            <a:ext cx="5181600" cy="4730548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Bullet point with 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bold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and </a:t>
            </a:r>
            <a:r>
              <a:rPr cap="none" i="1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italic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Another bullet point</a:t>
            </a:r>
          </a:p>
          <a:p>
            <a:pPr lvl="1"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Indented by two spaces</a:t>
            </a:r>
          </a:p>
          <a:p>
            <a:pPr lvl="1"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Another one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And back to </a:t>
            </a:r>
            <a:r>
              <a:rPr cap="none" i="1" b="1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really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outer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level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Some sort of formula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E</a:t>
            </a:r>
            <a:r>
              <a:rPr cap="none" i="0" b="0" u="none" strike="noStrike" baseline="-40000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rel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 = m*c</a:t>
            </a:r>
            <a:r>
              <a:rPr cap="none" i="0" b="0" u="none" strike="noStrike" baseline="40000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2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458000"/>
            <a:ext cx="5181600" cy="4730548"/>
          </a:xfrm>
          <a:prstGeom prst="rect">
            <a:avLst/>
          </a:prstGeom>
        </p:spPr>
      </p:pic>
      <p:sp>
        <p:nvSpPr>
          <p:cNvPr id="5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13:42:35.869257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Overview of cars distance vs time to stop shown as table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14000" y="1458000"/>
            <a:ext cx="5181600" cy="4730548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58000"/>
            <a:ext cx="5181600" cy="4730548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Bullet point with 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bold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and </a:t>
            </a:r>
            <a:r>
              <a:rPr cap="none" i="1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italic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Another bullet point</a:t>
            </a:r>
          </a:p>
          <a:p>
            <a:pPr lvl="1"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Indented by two spaces</a:t>
            </a:r>
          </a:p>
          <a:p>
            <a:pPr lvl="1"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Another one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And back to </a:t>
            </a:r>
            <a:r>
              <a:rPr cap="none" i="1" b="1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really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outer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level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Some sort of formula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E</a:t>
            </a:r>
            <a:r>
              <a:rPr cap="none" i="0" b="0" u="none" strike="noStrike" baseline="-40000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rel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 = m*c</a:t>
            </a:r>
            <a:r>
              <a:rPr cap="none" i="0" b="0" u="none" strike="noStrike" baseline="40000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2</a:t>
            </a:r>
          </a:p>
        </p:txBody>
      </p:sp>
      <p:sp>
        <p:nvSpPr>
          <p:cNvPr id="5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13:42:37.091803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2159" y="1683514"/>
            <a:ext cx="7830014" cy="2799276"/>
          </a:xfrm>
        </p:spPr>
        <p:txBody>
          <a:bodyPr/>
          <a:lstStyle/>
          <a:p>
            <a:r>
              <a:rPr/>
              <a:t>Layouts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Two Content Right Bigger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000" y="1458000"/>
            <a:ext cx="3551097" cy="4730548"/>
          </a:xfrm>
        </p:spPr>
        <p:txBody>
          <a:bodyPr/>
          <a:lstStyle/>
          <a:p>
            <a:r>
              <a:rPr/>
              <a:t>Cars data set from R datasets</a:t>
            </a:r>
          </a:p>
          <a:p>
            <a:r>
              <a:rPr/>
              <a:t>The data vie the speed of cars and distances taken to stop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073236" y="1458000"/>
            <a:ext cx="7280564" cy="4730548"/>
          </a:xfrm>
          <a:prstGeom prst="rect">
            <a:avLst/>
          </a:prstGeom>
        </p:spPr>
      </p:pic>
      <p:sp>
        <p:nvSpPr>
          <p:cNvPr id="5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13:42:47.747289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Two Content Right Bigger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14000" y="1458000"/>
            <a:ext cx="3551097" cy="4730548"/>
          </a:xfrm>
          <a:prstGeom prst="rect">
            <a:avLst/>
          </a:prstGeom>
        </p:spPr>
      </p:pic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073236" y="1458000"/>
            <a:ext cx="7280564" cy="4730548"/>
          </a:xfrm>
          <a:prstGeom prst="rect">
            <a:avLst/>
          </a:prstGeom>
        </p:spPr>
      </p:pic>
      <p:sp>
        <p:nvSpPr>
          <p:cNvPr id="5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13:42:47.800125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Two Content Right Bigger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14000" y="1458000"/>
            <a:ext cx="3551097" cy="4730548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73236" y="1458000"/>
            <a:ext cx="7280564" cy="4730548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Cars data set from R datasets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The data vie the speed of cars and distances taken to stop</a:t>
            </a:r>
          </a:p>
        </p:txBody>
      </p:sp>
      <p:sp>
        <p:nvSpPr>
          <p:cNvPr id="5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13:42:47.859144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Two Content Right Bigger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000" y="1458000"/>
            <a:ext cx="3551097" cy="4730548"/>
          </a:xfrm>
        </p:spPr>
        <p:txBody>
          <a:bodyPr/>
          <a:lstStyle/>
          <a:p>
            <a:r>
              <a:rPr/>
              <a:t>Cars data set from R datasets</a:t>
            </a:r>
          </a:p>
          <a:p>
            <a:r>
              <a:rPr/>
              <a:t>The data vie the speed of cars and distances taken to stop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073236" y="1458000"/>
            <a:ext cx="7280564" cy="4730548"/>
          </a:xfrm>
          <a:prstGeom prst="rect">
            <a:avLst/>
          </a:prstGeom>
        </p:spPr>
      </p:pic>
      <p:sp>
        <p:nvSpPr>
          <p:cNvPr id="5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13:42:47.917594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2159" y="1683514"/>
            <a:ext cx="7830014" cy="2799276"/>
          </a:xfrm>
        </p:spPr>
        <p:txBody>
          <a:bodyPr/>
          <a:lstStyle/>
          <a:p>
            <a:r>
              <a:rPr/>
              <a:t>Test IQR Objects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Plotting white noise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000" y="1457999"/>
            <a:ext cx="5181600" cy="4938441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A list of ggplot objects was created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Called 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IQRoutputFigure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with arguments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nrow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,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ncol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,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footer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and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filename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Called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IQRoutputPPTX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with bullet point list and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IQRoutputFigure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object.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458000"/>
            <a:ext cx="5181600" cy="4391938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6159346" y="5926541"/>
            <a:ext cx="5181599" cy="469900"/>
          </a:xfrm>
        </p:spPr>
        <p:txBody>
          <a:bodyPr/>
          <a:lstStyle/>
          <a:p>
            <a:r>
              <a:rPr/>
              <a:t>Normally distributed random numbers were used.
File: ../Output/01_test/normal_distributions.pdf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IQSlidedeck_IQRobjects.R | Date: 2026-06-25 13:43:40.68891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Plotting white noise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000" y="1457999"/>
            <a:ext cx="5181600" cy="4938441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A list of ggplot objects was created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Called 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IQRoutputFigure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with arguments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nrow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,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ncol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,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footer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and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filename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Called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IQRoutputPPTX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with bullet point list and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IQRoutputFigure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object.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458000"/>
            <a:ext cx="5181600" cy="4391938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6159346" y="5926541"/>
            <a:ext cx="5181599" cy="469900"/>
          </a:xfrm>
        </p:spPr>
        <p:txBody>
          <a:bodyPr/>
          <a:lstStyle/>
          <a:p>
            <a:r>
              <a:rPr/>
              <a:t>Normally distributed random numbers were used.
File: ../Output/01_test/normal_distributions.pdf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IQSlidedeck_IQRobjects.R | Date: 2026-06-25 13:43:42.166547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Plotting white noise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000" y="1457999"/>
            <a:ext cx="5181600" cy="4938441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A list of ggplot objects was created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Called 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IQRoutputFigure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with arguments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nrow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,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ncol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,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footer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and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filename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Called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IQRoutputPPTX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with bullet point list and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IQRoutputFigure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object.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458000"/>
            <a:ext cx="5181600" cy="4391938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6159346" y="5926541"/>
            <a:ext cx="5181599" cy="469900"/>
          </a:xfrm>
        </p:spPr>
        <p:txBody>
          <a:bodyPr/>
          <a:lstStyle/>
          <a:p>
            <a:r>
              <a:rPr/>
              <a:t>Normally distributed random numbers were used.
File: ../Output/01_test/normal_distributions.pdf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IQSlidedeck_IQRobjects.R | Date: 2026-06-25 13:43:43.642429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Well-known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000" y="1457999"/>
            <a:ext cx="5181600" cy="4938441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Used well known standard data set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mtcars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Applied 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IQRoutputTable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with arguments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xfooter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and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filename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Called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IQRoutputPPTX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with bullet point list and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IQRoutputTable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object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458000"/>
            <a:ext cx="5181600" cy="4391938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6159346" y="5926541"/>
            <a:ext cx="5181599" cy="469900"/>
          </a:xfrm>
        </p:spPr>
        <p:txBody>
          <a:bodyPr/>
          <a:lstStyle/>
          <a:p>
            <a:r>
              <a:rPr/>
              <a:t>See R datasets::mtcars
File: ../Output/01_test/cars_table.txt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IQSlidedeck_IQRobjects.R | Date: 2026-06-25 13:43:46.645864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636" y="180000"/>
            <a:ext cx="3007295" cy="5669938"/>
          </a:xfrm>
        </p:spPr>
        <p:txBody>
          <a:bodyPr/>
          <a:lstStyle/>
          <a:p>
            <a:r>
              <a:rPr/>
              <a:t>Plotting white noise and testing the wide title layout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5692" y="180000"/>
            <a:ext cx="7688107" cy="5669938"/>
          </a:xfrm>
          <a:prstGeom prst="rect">
            <a:avLst/>
          </a:prstGeom>
        </p:spPr>
      </p:pic>
      <p:sp>
        <p:nvSpPr>
          <p:cNvPr id="4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415636" y="5922963"/>
            <a:ext cx="10938163" cy="469900"/>
          </a:xfrm>
        </p:spPr>
        <p:txBody>
          <a:bodyPr/>
          <a:lstStyle/>
          <a:p>
            <a:r>
              <a:rPr/>
              <a:t>
File: ../Output/01_test/subset_normal_distributions.pdf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body" sz="quarter" idx="14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IQSlidedeck_IQRobjects.R | Date: 2026-06-25 13:43:50.819413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636" y="180000"/>
            <a:ext cx="10938164" cy="950032"/>
          </a:xfrm>
        </p:spPr>
        <p:txBody>
          <a:bodyPr/>
          <a:lstStyle/>
          <a:p>
            <a:r>
              <a:rPr/>
              <a:t>Cars data set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636" y="1458000"/>
            <a:ext cx="10938164" cy="4403467"/>
          </a:xfrm>
          <a:prstGeom prst="rect">
            <a:avLst/>
          </a:prstGeom>
        </p:spPr>
      </p:pic>
      <p:sp>
        <p:nvSpPr>
          <p:cNvPr id="4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415636" y="5922963"/>
            <a:ext cx="10938164" cy="469900"/>
          </a:xfrm>
        </p:spPr>
        <p:txBody>
          <a:bodyPr/>
          <a:lstStyle/>
          <a:p>
            <a:r>
              <a:rPr/>
              <a:t>See R datasets::mtcars
File: ../Output/01_test/cars_table.txt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body" sz="quarter" idx="14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IQSlidedeck_IQRobjects.R | Date: 2026-06-25 13:43:53.626263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14000" y="1458000"/>
            <a:ext cx="5181600" cy="4391938"/>
          </a:xfrm>
          <a:prstGeom prst="rect">
            <a:avLst/>
          </a:prstGeom>
        </p:spPr>
      </p:pic>
      <p:sp>
        <p:nvSpPr>
          <p:cNvPr id="4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14001" y="5926541"/>
            <a:ext cx="5181599" cy="469900"/>
          </a:xfrm>
        </p:spPr>
        <p:txBody>
          <a:bodyPr/>
          <a:lstStyle/>
          <a:p>
            <a:r>
              <a:rPr/>
              <a:t>Normally distributed random numbers were used.
File: ../Output/01_test/normal_distributions_longlist.pdf</a:t>
            </a:r>
          </a:p>
        </p:txBody>
      </p:sp>
      <p:pic>
        <p:nvPicPr>
          <p:cNvPr id="5" name="Content Placeholder 3" descr=""/>
          <p:cNvPicPr>
            <a:picLocks noGrp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458000"/>
            <a:ext cx="5181600" cy="4391938"/>
          </a:xfrm>
          <a:prstGeom prst="rect">
            <a:avLst/>
          </a:prstGeom>
        </p:spPr>
      </p:pic>
      <p:sp>
        <p:nvSpPr>
          <p:cNvPr id="6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159346" y="5926541"/>
            <a:ext cx="5181599" cy="469900"/>
          </a:xfrm>
        </p:spPr>
        <p:txBody>
          <a:bodyPr/>
          <a:lstStyle/>
          <a:p>
            <a:r>
              <a:rPr/>
              <a:t>Normally distributed random numbers were used.
File: ../Output/01_test/normal_distributions_longlist.pdf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body" sz="quarter" idx="15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IQSlidedeck_IQRobjects.R | Date: 2026-06-25 13:43:55.554646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ntiQuan">
      <a:dk1>
        <a:srgbClr val="000000"/>
      </a:dk1>
      <a:lt1>
        <a:srgbClr val="FFFFFF"/>
      </a:lt1>
      <a:dk2>
        <a:srgbClr val="4068AF"/>
      </a:dk2>
      <a:lt2>
        <a:srgbClr val="B3BE32"/>
      </a:lt2>
      <a:accent1>
        <a:srgbClr val="B3B3B3"/>
      </a:accent1>
      <a:accent2>
        <a:srgbClr val="3F68AF"/>
      </a:accent2>
      <a:accent3>
        <a:srgbClr val="B2BD32"/>
      </a:accent3>
      <a:accent4>
        <a:srgbClr val="B71A24"/>
      </a:accent4>
      <a:accent5>
        <a:srgbClr val="F7921D"/>
      </a:accent5>
      <a:accent6>
        <a:srgbClr val="F7DA30"/>
      </a:accent6>
      <a:hlink>
        <a:srgbClr val="B2BD32"/>
      </a:hlink>
      <a:folHlink>
        <a:srgbClr val="3273FF"/>
      </a:folHlink>
    </a:clrScheme>
    <a:fontScheme name="Open San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iquan-2023-16" id="{D7EF94A4-5FBA-D544-9371-C98DD4412A09}" vid="{5B29005F-CF3F-DC41-9C76-F5F25D2D28F7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1602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Calibri</vt:lpstr>
      <vt:lpstr>Open Sans</vt:lpstr>
      <vt:lpstr>Symbol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Daniel Kaschek</dc:creator>
  <cp:lastModifiedBy>daniel</cp:lastModifiedBy>
  <cp:revision>15</cp:revision>
  <dcterms:created xsi:type="dcterms:W3CDTF">2023-12-20T13:38:35Z</dcterms:created>
  <dcterms:modified xsi:type="dcterms:W3CDTF">2026-06-25T13:46:00Z</dcterms:modified>
</cp:coreProperties>
</file>