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A82E"/>
    <a:srgbClr val="2E3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1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3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Relationship Id="rId7" Type="http://schemas.openxmlformats.org/officeDocument/2006/relationships/slide" Target="slides/slide2.xml"/>
<Relationship Id="rId8" Type="http://schemas.openxmlformats.org/officeDocument/2006/relationships/slide" Target="slides/slide3.xml"/>
<Relationship Id="rId9" Type="http://schemas.openxmlformats.org/officeDocument/2006/relationships/slide" Target="slides/slide4.xml"/>
<Relationship Id="rId10" Type="http://schemas.openxmlformats.org/officeDocument/2006/relationships/slide" Target="slides/slide5.xml"/>
<Relationship Id="rId11" Type="http://schemas.openxmlformats.org/officeDocument/2006/relationships/slide" Target="slides/slide6.xml"/>
<Relationship Id="rId12" Type="http://schemas.openxmlformats.org/officeDocument/2006/relationships/slide" Target="slides/slide7.xml"/>
<Relationship Id="rId13" Type="http://schemas.openxmlformats.org/officeDocument/2006/relationships/slide" Target="slides/slide8.xml"/>
<Relationship Id="rId14" Type="http://schemas.openxmlformats.org/officeDocument/2006/relationships/slide" Target="slides/slide9.xml"/>
<Relationship Id="rId15" Type="http://schemas.openxmlformats.org/officeDocument/2006/relationships/slide" Target="slides/slide10.xml"/>
<Relationship Id="rId16" Type="http://schemas.openxmlformats.org/officeDocument/2006/relationships/slide" Target="slides/slide11.xml"/>
<Relationship Id="rId17" Type="http://schemas.openxmlformats.org/officeDocument/2006/relationships/slide" Target="slides/slide12.xml"/>
<Relationship Id="rId18" Type="http://schemas.openxmlformats.org/officeDocument/2006/relationships/slide" Target="slides/slide13.xml"/>
<Relationship Id="rId19" Type="http://schemas.openxmlformats.org/officeDocument/2006/relationships/slide" Target="slides/slide14.xml"/>
<Relationship Id="rId20" Type="http://schemas.openxmlformats.org/officeDocument/2006/relationships/slide" Target="slides/slide15.xml"/>
<Relationship Id="rId21" Type="http://schemas.openxmlformats.org/officeDocument/2006/relationships/slide" Target="slides/slide16.xml"/>
<Relationship Id="rId22" Type="http://schemas.openxmlformats.org/officeDocument/2006/relationships/slide" Target="slides/slide17.xml"/>
<Relationship Id="rId23" Type="http://schemas.openxmlformats.org/officeDocument/2006/relationships/slide" Target="slides/slide18.xml"/>
<Relationship Id="rId24" Type="http://schemas.openxmlformats.org/officeDocument/2006/relationships/slide" Target="slides/slide19.xml"/>
<Relationship Id="rId25" Type="http://schemas.openxmlformats.org/officeDocument/2006/relationships/slide" Target="slides/slide20.xml"/>
<Relationship Id="rId26" Type="http://schemas.openxmlformats.org/officeDocument/2006/relationships/slide" Target="slides/slide21.xml"/>
<Relationship Id="rId27" Type="http://schemas.openxmlformats.org/officeDocument/2006/relationships/slide" Target="slides/slide22.xml"/>
<Relationship Id="rId28" Type="http://schemas.openxmlformats.org/officeDocument/2006/relationships/slide" Target="slides/slide23.xml"/>
<Relationship Id="rId29" Type="http://schemas.openxmlformats.org/officeDocument/2006/relationships/slide" Target="slides/slide24.xml"/>
<Relationship Id="rId30" Type="http://schemas.openxmlformats.org/officeDocument/2006/relationships/slide" Target="slides/slide25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CBB00-394A-4F52-AB2E-59765AB32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246" y="1049713"/>
            <a:ext cx="8727509" cy="1752600"/>
          </a:xfrm>
          <a:noFill/>
        </p:spPr>
        <p:txBody>
          <a:bodyPr anchor="b">
            <a:normAutofit/>
          </a:bodyPr>
          <a:lstStyle>
            <a:lvl1pPr algn="l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0DCD58-A6DE-4685-AD63-FEF15B6E3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246" y="2894387"/>
            <a:ext cx="8727509" cy="2986295"/>
          </a:xfrm>
        </p:spPr>
        <p:txBody>
          <a:bodyPr lIns="274320"/>
          <a:lstStyle>
            <a:lvl1pPr marL="0" indent="0" algn="l">
              <a:buNone/>
              <a:defRPr sz="1800" b="1">
                <a:solidFill>
                  <a:srgbClr val="2E3640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9551B-901C-4D34-92CB-97F373419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AEBD8-4A81-431A-AD17-A6A416641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C2F10-8A59-4F5F-84AA-41447B704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93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F3F5-CD26-4383-BCD3-A8D434E2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C0A59-A7F8-4091-BC22-97B46458B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D15F2-B97A-4D46-A56B-AACA6427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F8A97-3399-44D7-ACF7-36429882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F6AC6-8F39-4227-B48E-79664419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80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F3F5-CD26-4383-BCD3-A8D434E2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3600000" cy="68579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C0A59-A7F8-4091-BC22-97B46458B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2077" y="211015"/>
            <a:ext cx="5202719" cy="5965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D15F2-B97A-4D46-A56B-AACA6427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F8A97-3399-44D7-ACF7-36429882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22077" y="6352143"/>
            <a:ext cx="429001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F6AC6-8F39-4227-B48E-79664419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7442" y="6352143"/>
            <a:ext cx="907354" cy="365125"/>
          </a:xfrm>
          <a:solidFill>
            <a:schemeClr val="bg1"/>
          </a:solidFill>
        </p:spPr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EE06A6-C5DC-4AFC-93E0-F15658BB43A9}"/>
              </a:ext>
            </a:extLst>
          </p:cNvPr>
          <p:cNvSpPr txBox="1"/>
          <p:nvPr userDrawn="1"/>
        </p:nvSpPr>
        <p:spPr>
          <a:xfrm>
            <a:off x="2415622" y="6352143"/>
            <a:ext cx="101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FA82E"/>
                </a:solidFill>
              </a:rPr>
              <a:t>IQR</a:t>
            </a:r>
            <a:r>
              <a:rPr lang="en-US" b="1" dirty="0">
                <a:solidFill>
                  <a:schemeClr val="bg1"/>
                </a:solidFill>
              </a:rPr>
              <a:t>tools</a:t>
            </a:r>
            <a:endParaRPr lang="en-CH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99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F3F5-CD26-4383-BCD3-A8D434E2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C0A59-A7F8-4091-BC22-97B46458B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891" y="1227552"/>
            <a:ext cx="8736905" cy="44792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D15F2-B97A-4D46-A56B-AACA6427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F8A97-3399-44D7-ACF7-36429882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F6AC6-8F39-4227-B48E-79664419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6B30566-8B30-4362-BCB6-7F3B3746AF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891" y="5816375"/>
            <a:ext cx="8736905" cy="365125"/>
          </a:xfrm>
        </p:spPr>
        <p:txBody>
          <a:bodyPr>
            <a:no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825"/>
            </a:lvl2pPr>
            <a:lvl3pPr marL="685800" indent="0">
              <a:buNone/>
              <a:defRPr sz="788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745588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Cap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F3F5-CD26-4383-BCD3-A8D434E2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3600000" cy="68579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C0A59-A7F8-4091-BC22-97B46458B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6215" y="136524"/>
            <a:ext cx="5208581" cy="557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D15F2-B97A-4D46-A56B-AACA6427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F8A97-3399-44D7-ACF7-36429882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95178" y="6356350"/>
            <a:ext cx="435357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F6AC6-8F39-4227-B48E-79664419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8755" y="6356350"/>
            <a:ext cx="907354" cy="365125"/>
          </a:xfrm>
          <a:solidFill>
            <a:schemeClr val="bg1"/>
          </a:solidFill>
        </p:spPr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6B30566-8B30-4362-BCB6-7F3B3746AF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6215" y="5816375"/>
            <a:ext cx="5208581" cy="365125"/>
          </a:xfrm>
        </p:spPr>
        <p:txBody>
          <a:bodyPr>
            <a:no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825"/>
            </a:lvl2pPr>
            <a:lvl3pPr marL="685800" indent="0">
              <a:buNone/>
              <a:defRPr sz="788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456E5D-4989-4AD2-8760-95534EE12D67}"/>
              </a:ext>
            </a:extLst>
          </p:cNvPr>
          <p:cNvSpPr txBox="1"/>
          <p:nvPr userDrawn="1"/>
        </p:nvSpPr>
        <p:spPr>
          <a:xfrm>
            <a:off x="2415622" y="6352143"/>
            <a:ext cx="101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FA82E"/>
                </a:solidFill>
              </a:rPr>
              <a:t>IQR</a:t>
            </a:r>
            <a:r>
              <a:rPr lang="en-US" b="1" dirty="0">
                <a:solidFill>
                  <a:schemeClr val="bg1"/>
                </a:solidFill>
              </a:rPr>
              <a:t>tools</a:t>
            </a:r>
            <a:endParaRPr lang="en-CH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617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83E8A-D652-4338-AF10-2620BEDD6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CD88D-4D3C-412E-9FE0-022A07406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BA95A-B650-41C7-9489-6DC88967C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BC28A-637A-4CE6-988A-B637DDE1F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FEDC3-9E77-41A8-88FA-0756CBBE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0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F3433-3055-4279-A232-CDB35C48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A63-5D67-4FD5-97FD-79F7445B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87DAE-A442-4DC3-8550-20F58B78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7E17F1-D3B2-42A6-9982-87886553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  <a:solidFill>
            <a:srgbClr val="2E3640"/>
          </a:solid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A58CC4-526C-4991-898F-C0879D534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7892" y="1205547"/>
            <a:ext cx="3339080" cy="4971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B008E43-F727-4C47-9855-9440A412A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6630" y="1205547"/>
            <a:ext cx="5238166" cy="4971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0806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Right Bigg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F3433-3055-4279-A232-CDB35C48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A63-5D67-4FD5-97FD-79F7445B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87DAE-A442-4DC3-8550-20F58B78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7E17F1-D3B2-42A6-9982-87886553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  <a:solidFill>
            <a:srgbClr val="2E3640"/>
          </a:solid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A58CC4-526C-4991-898F-C0879D534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7892" y="1205547"/>
            <a:ext cx="2170133" cy="497141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B008E43-F727-4C47-9855-9440A412A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19004" y="1205547"/>
            <a:ext cx="6505792" cy="497141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5753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F3433-3055-4279-A232-CDB35C48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A63-5D67-4FD5-97FD-79F7445B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87DAE-A442-4DC3-8550-20F58B78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7E17F1-D3B2-42A6-9982-87886553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  <a:solidFill>
            <a:srgbClr val="2E3640"/>
          </a:solid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A58CC4-526C-4991-898F-C0879D534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7891" y="1205547"/>
            <a:ext cx="2758509" cy="4971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B008E43-F727-4C47-9855-9440A412A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8000" y="1205548"/>
            <a:ext cx="5876795" cy="44469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10FF5-0B9C-4441-B73D-B10146FB8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001" y="5731330"/>
            <a:ext cx="5876796" cy="44563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900"/>
            </a:lvl1pPr>
            <a:lvl2pPr marL="342900" indent="0">
              <a:buFont typeface="Arial" panose="020B0604020202020204" pitchFamily="34" charset="0"/>
              <a:buNone/>
              <a:defRPr sz="825"/>
            </a:lvl2pPr>
            <a:lvl3pPr marL="685800" indent="0">
              <a:buFont typeface="Arial" panose="020B0604020202020204" pitchFamily="34" charset="0"/>
              <a:buNone/>
              <a:defRPr sz="788"/>
            </a:lvl3pPr>
            <a:lvl4pPr marL="1028700" indent="0">
              <a:buFont typeface="Arial" panose="020B0604020202020204" pitchFamily="34" charset="0"/>
              <a:buNone/>
              <a:defRPr sz="750"/>
            </a:lvl4pPr>
            <a:lvl5pPr marL="1371600" indent="0">
              <a:buFont typeface="Arial" panose="020B0604020202020204" pitchFamily="34" charset="0"/>
              <a:buNone/>
              <a:defRPr sz="7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58447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F3433-3055-4279-A232-CDB35C48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A63-5D67-4FD5-97FD-79F7445B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87DAE-A442-4DC3-8550-20F58B78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7E17F1-D3B2-42A6-9982-87886553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  <a:solidFill>
            <a:srgbClr val="2E3640"/>
          </a:solid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A58CC4-526C-4991-898F-C0879D534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7891" y="1205547"/>
            <a:ext cx="5545252" cy="44469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B008E43-F727-4C47-9855-9440A412A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743" y="1205548"/>
            <a:ext cx="3090052" cy="5021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10FF5-0B9C-4441-B73D-B10146FB8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891" y="5781584"/>
            <a:ext cx="5545252" cy="44563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900"/>
            </a:lvl1pPr>
            <a:lvl2pPr marL="342900" indent="0">
              <a:buFont typeface="Arial" panose="020B0604020202020204" pitchFamily="34" charset="0"/>
              <a:buNone/>
              <a:defRPr sz="825"/>
            </a:lvl2pPr>
            <a:lvl3pPr marL="685800" indent="0">
              <a:buFont typeface="Arial" panose="020B0604020202020204" pitchFamily="34" charset="0"/>
              <a:buNone/>
              <a:defRPr sz="788"/>
            </a:lvl3pPr>
            <a:lvl4pPr marL="1028700" indent="0">
              <a:buFont typeface="Arial" panose="020B0604020202020204" pitchFamily="34" charset="0"/>
              <a:buNone/>
              <a:defRPr sz="750"/>
            </a:lvl4pPr>
            <a:lvl5pPr marL="1371600" indent="0">
              <a:buFont typeface="Arial" panose="020B0604020202020204" pitchFamily="34" charset="0"/>
              <a:buNone/>
              <a:defRPr sz="7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59227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F3433-3055-4279-A232-CDB35C48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A63-5D67-4FD5-97FD-79F7445B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87DAE-A442-4DC3-8550-20F58B78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7E17F1-D3B2-42A6-9982-87886553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  <a:solidFill>
            <a:srgbClr val="2E3640"/>
          </a:solid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A58CC4-526C-4991-898F-C0879D534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7891" y="1205547"/>
            <a:ext cx="4326959" cy="44469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B008E43-F727-4C47-9855-9440A412A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205549"/>
            <a:ext cx="4295645" cy="44469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10FF5-0B9C-4441-B73D-B10146FB8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119" y="5781584"/>
            <a:ext cx="4326731" cy="44563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900"/>
            </a:lvl1pPr>
            <a:lvl2pPr marL="342900" indent="0">
              <a:buFont typeface="Arial" panose="020B0604020202020204" pitchFamily="34" charset="0"/>
              <a:buNone/>
              <a:defRPr sz="825"/>
            </a:lvl2pPr>
            <a:lvl3pPr marL="685800" indent="0">
              <a:buFont typeface="Arial" panose="020B0604020202020204" pitchFamily="34" charset="0"/>
              <a:buNone/>
              <a:defRPr sz="788"/>
            </a:lvl3pPr>
            <a:lvl4pPr marL="1028700" indent="0">
              <a:buFont typeface="Arial" panose="020B0604020202020204" pitchFamily="34" charset="0"/>
              <a:buNone/>
              <a:defRPr sz="750"/>
            </a:lvl4pPr>
            <a:lvl5pPr marL="1371600" indent="0">
              <a:buFont typeface="Arial" panose="020B0604020202020204" pitchFamily="34" charset="0"/>
              <a:buNone/>
              <a:defRPr sz="7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CA0C6-2B85-43B4-92F5-635817B1E1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29150" y="5781675"/>
            <a:ext cx="4295775" cy="44608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900"/>
            </a:lvl1pPr>
            <a:lvl2pPr marL="342900" indent="0">
              <a:buFontTx/>
              <a:buNone/>
              <a:defRPr sz="825"/>
            </a:lvl2pPr>
            <a:lvl3pPr marL="685800" indent="0">
              <a:buFontTx/>
              <a:buNone/>
              <a:defRPr sz="788"/>
            </a:lvl3pPr>
            <a:lvl4pPr marL="1028700" indent="0">
              <a:buFontTx/>
              <a:buNone/>
              <a:defRPr sz="750"/>
            </a:lvl4pPr>
            <a:lvl5pPr marL="1371600" indent="0">
              <a:buFontTx/>
              <a:buNone/>
              <a:defRPr sz="7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216857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EEDBF-B9EE-46CF-A2B0-8EE3479EF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AF6FB-AD6C-4882-81B0-96CE078AA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3832D-5B97-457A-BE16-A272372A4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0BE55C-A71C-4022-9131-15FEDC116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2F743A-257A-4CB8-B95B-5C988CC62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5E529E-3A21-43D7-BDFA-A5A848AC6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A1AC98-0217-4FDD-B158-1F74B7A15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112B28-E129-463E-A880-BAB46D30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81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FB276-42C6-48C4-A2D0-A097A7FD2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12522"/>
            <a:ext cx="6435247" cy="1506735"/>
          </a:xfrm>
          <a:solidFill>
            <a:schemeClr val="accent1"/>
          </a:solidFill>
        </p:spPr>
        <p:txBody>
          <a:bodyPr lIns="457200" rIns="9144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B95676-139F-437C-84CA-5CF7DDD4E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420A2-E1DF-4D49-99F2-D3EB982FF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7E900-54AE-43E4-BB83-C57893624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10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C27AEB-BB7C-4254-8707-325AA89D0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5558A9-A9C1-4ED8-A9ED-C4CBE090E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ED647-76EB-4236-927F-B7D784169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02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24F0-FC25-4442-B0BF-BA8CE018D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FC00E-6690-4AD8-A046-4B5C64407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E2489-E8B1-4638-8450-E6A93485A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D3769-D87D-4AC3-842D-25FA6FB46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2A216-50B5-446A-B870-D3E1EE07A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81DF2-3E25-47D5-861D-21090FF0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83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56508-A225-4874-9EAF-22917310F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82C181-9AF7-4887-A58E-9CD34DE9C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23641-3CA3-41A0-908F-A9202B5D1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42A99-71B3-40D2-882D-E5CB06AF8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4F32E-5C4C-4465-800A-4B1AC8DBD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2F93E-9F34-4A6B-936A-74C4DF713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26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869-D881-4114-9250-92447B95B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05416-A94C-4542-97F1-92AAFB0E1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0D993-0F1C-40EA-AFEE-B6B5B1413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BE058-B0D8-4632-9A14-D825C824F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B8F12-4D34-44B5-9B1D-9E63AA9F8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47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A00737-11BB-4E95-A748-27DD62178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F31580-301F-4D45-BF3F-3B77F3F07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AB469-45B1-4622-B0A1-4CC1F7F0E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8CB7E-0935-47AE-8D41-C2E027A47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5C856-5925-49B5-A3FB-38FA764D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3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65A62F-17DA-4936-8509-B3C9E5760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  <a:prstGeom prst="rect">
            <a:avLst/>
          </a:prstGeom>
          <a:solidFill>
            <a:srgbClr val="2E3640"/>
          </a:solidFill>
          <a:ln>
            <a:noFill/>
          </a:ln>
        </p:spPr>
        <p:txBody>
          <a:bodyPr vert="horz" lIns="274320" tIns="0" rIns="27432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565DF-47A0-4C78-B423-51407FF4D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891" y="1227551"/>
            <a:ext cx="8736905" cy="4949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0586B-4622-490A-AFA5-16C3510B4F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7891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6B1D-4E0B-420D-A7D9-8D1F1DF69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58025" y="6356351"/>
            <a:ext cx="4382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330F5-601E-47E5-936A-31BAE81EA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99493" y="6356349"/>
            <a:ext cx="907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FE6A07-1CE5-4466-8996-7452A73C8321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7966243" y="6356349"/>
            <a:ext cx="948700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59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60" r:id="rId4"/>
    <p:sldLayoutId id="2147483665" r:id="rId5"/>
    <p:sldLayoutId id="2147483651" r:id="rId6"/>
    <p:sldLayoutId id="2147483652" r:id="rId7"/>
    <p:sldLayoutId id="2147483666" r:id="rId8"/>
    <p:sldLayoutId id="2147483661" r:id="rId9"/>
    <p:sldLayoutId id="2147483662" r:id="rId10"/>
    <p:sldLayoutId id="2147483663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i="0" kern="1200" cap="all" baseline="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3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3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9.xml"/>
<Relationship Id="rId2" Type="http://schemas.openxmlformats.org/officeDocument/2006/relationships/image" Target="../media/b4b1fa78515cd8ddf68b3722b265e67caefa40c8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83681967869404b92e481be7bab35cfe8198d2ac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aa326b864aa8bf2f5e07037f3c4349d331b5f794.pn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8b5906a7c9369e1ec2b1f048166472696dab8e86.pn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3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2e09496be6b7a9a2c8f029edfefd29f3b066b0ab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2e09496be6b7a9a2c8f029edfefd29f3b066b0ab.pn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17a0aee62d8c7cece220685b626cf88f08a9be5c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3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Relationship Id="rId2" Type="http://schemas.openxmlformats.org/officeDocument/2006/relationships/image" Target="../media/486e0e97b223e02bc996649db08302db33f210a5.pn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Relationship Id="rId2" Type="http://schemas.openxmlformats.org/officeDocument/2006/relationships/image" Target="../media/e2edd6d893746f2a338cd186b50b93d917da335f.png"/>
<Relationship Id="rId3" Type="http://schemas.openxmlformats.org/officeDocument/2006/relationships/image" Target="../media/486e0e97b223e02bc996649db08302db33f210a5.png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Relationship Id="rId2" Type="http://schemas.openxmlformats.org/officeDocument/2006/relationships/image" Target="../media/e2edd6d893746f2a338cd186b50b93d917da335f.png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Relationship Id="rId2" Type="http://schemas.openxmlformats.org/officeDocument/2006/relationships/image" Target="../media/486e0e97b223e02bc996649db08302db33f210a5.png"/>
</Relationships>

</file>

<file path=ppt/slides/_rels/slide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3.xml"/>
</Relationships>

</file>

<file path=ppt/slides/_rels/slide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9.xml"/>
<Relationship Id="rId2" Type="http://schemas.openxmlformats.org/officeDocument/2006/relationships/image" Target="../media/526fa8c75b78b2cde35e07ee4df45923d4472094.png"/>
</Relationships>

</file>

<file path=ppt/slides/_rels/slide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9.xml"/>
<Relationship Id="rId2" Type="http://schemas.openxmlformats.org/officeDocument/2006/relationships/image" Target="../media/c06e379d0bb45cf0138d8c024930647f199d9f7a.png"/>
</Relationships>

</file>

<file path=ppt/slides/_rels/slide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9.xml"/>
<Relationship Id="rId2" Type="http://schemas.openxmlformats.org/officeDocument/2006/relationships/image" Target="../media/2589b5a0372aced75c345abe7aacb9afa32ad35a.png"/>
</Relationships>

</file>

<file path=ppt/slides/_rels/slide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9.xml"/>
<Relationship Id="rId2" Type="http://schemas.openxmlformats.org/officeDocument/2006/relationships/image" Target="../media/190d38f3e9883cfb20b7ca2da6f62b75a3f81bf0.png"/>
</Relationships>

</file>

<file path=ppt/slides/_rels/slide2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Relationship Id="rId2" Type="http://schemas.openxmlformats.org/officeDocument/2006/relationships/image" Target="../media/fb3d1975aedbfd90f8ce4f4d76eadbf6abb5df50.png"/>
</Relationships>

</file>

<file path=ppt/slides/_rels/slide2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dfbdbdb7d6d6f8410b25896ea27292de4d7ca403.png"/>
</Relationships>

</file>

<file path=ppt/slides/_rels/slide2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1.xml"/>
<Relationship Id="rId2" Type="http://schemas.openxmlformats.org/officeDocument/2006/relationships/image" Target="../media/a94d72d57faa5a90dfe0d89fca0070a37eecbf69.png"/>
<Relationship Id="rId3" Type="http://schemas.openxmlformats.org/officeDocument/2006/relationships/image" Target="../media/02aefcad577dca9d2721e69476acfe43515db8e9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8246" y="1049713"/>
            <a:ext cx="8727509" cy="1752600"/>
          </a:xfrm>
        </p:spPr>
        <p:txBody>
          <a:bodyPr/>
          <a:lstStyle/>
          <a:p>
            <a:r>
              <a:rPr/>
              <a:t>Test Slide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8246" y="2894387"/>
            <a:ext cx="8727509" cy="2986295"/>
          </a:xfrm>
        </p:spPr>
        <p:txBody>
          <a:bodyPr/>
          <a:lstStyle/>
          <a:p>
            <a:r>
              <a:rPr/>
              <a:t>IQR Objects (non-QCed)
Daniel Kaschek, IntiQuan
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12522"/>
            <a:ext cx="6435247" cy="1506735"/>
          </a:xfrm>
        </p:spPr>
        <p:txBody>
          <a:bodyPr/>
          <a:lstStyle/>
          <a:p>
            <a:r>
              <a:rPr/>
              <a:t>Plain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/>
              <a:t>Just a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891" y="1227551"/>
            <a:ext cx="8736905" cy="4949412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 shown as plot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25" y="6356351"/>
            <a:ext cx="4382072" cy="365125"/>
          </a:xfrm>
        </p:spPr>
        <p:txBody>
          <a:bodyPr/>
          <a:lstStyle/>
          <a:p>
            <a:r>
              <a:rPr/>
              <a:t>script_IQSlidedeck.R | Date: 2026-06-25 13:42:33.134877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12522"/>
            <a:ext cx="6435247" cy="1506735"/>
          </a:xfrm>
        </p:spPr>
        <p:txBody>
          <a:bodyPr/>
          <a:lstStyle/>
          <a:p>
            <a:r>
              <a:rPr/>
              <a:t>Slides with plots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/>
              <a:t>Overview of cars distance vs time to stop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7891" y="1205547"/>
            <a:ext cx="2758509" cy="4971416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 shown as plot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048000" y="1205548"/>
            <a:ext cx="5876795" cy="4446906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048001" y="5731330"/>
            <a:ext cx="5876796" cy="445634"/>
          </a:xfrm>
        </p:spPr>
        <p:txBody>
          <a:bodyPr/>
          <a:lstStyle/>
          <a:p>
            <a:r>
              <a:rPr/>
              <a:t>Source: Ezekiel, M. (1930) Methods of Correlation Analysis. Wiley.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58025" y="6356351"/>
            <a:ext cx="4382072" cy="365125"/>
          </a:xfrm>
        </p:spPr>
        <p:txBody>
          <a:bodyPr/>
          <a:lstStyle/>
          <a:p>
            <a:r>
              <a:rPr/>
              <a:t>script_IQSlidedeck.R | Date: 2026-06-25 13:42:33.318072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/>
              <a:t>Plot from png file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891" y="1227551"/>
            <a:ext cx="8736905" cy="4949412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25" y="6356351"/>
            <a:ext cx="4382072" cy="365125"/>
          </a:xfrm>
        </p:spPr>
        <p:txBody>
          <a:bodyPr/>
          <a:lstStyle/>
          <a:p>
            <a:r>
              <a:rPr/>
              <a:t>script_IQSlidedeck.R | Date: 2026-06-25 13:42:38.134802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/>
              <a:t>Plot from pdf file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891" y="1227551"/>
            <a:ext cx="8736905" cy="4949412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25" y="6356351"/>
            <a:ext cx="4382072" cy="365125"/>
          </a:xfrm>
        </p:spPr>
        <p:txBody>
          <a:bodyPr/>
          <a:lstStyle/>
          <a:p>
            <a:r>
              <a:rPr/>
              <a:t>script_IQSlidedeck.R | Date: 2026-06-25 13:42:39.88711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/>
              <a:t>Plot from ggplot object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891" y="1227551"/>
            <a:ext cx="8736905" cy="4949412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25" y="6356351"/>
            <a:ext cx="4382072" cy="365125"/>
          </a:xfrm>
        </p:spPr>
        <p:txBody>
          <a:bodyPr/>
          <a:lstStyle/>
          <a:p>
            <a:r>
              <a:rPr/>
              <a:t>script_IQSlidedeck.R | Date: 2026-06-25 13:42:46.922015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12522"/>
            <a:ext cx="6435247" cy="1506735"/>
          </a:xfrm>
        </p:spPr>
        <p:txBody>
          <a:bodyPr/>
          <a:lstStyle/>
          <a:p>
            <a:r>
              <a:rPr/>
              <a:t>Slides with tables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7892" y="1205547"/>
            <a:ext cx="3339080" cy="4971416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686630" y="1205547"/>
            <a:ext cx="5238166" cy="4971416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58025" y="6356351"/>
            <a:ext cx="4382072" cy="365125"/>
          </a:xfrm>
        </p:spPr>
        <p:txBody>
          <a:bodyPr/>
          <a:lstStyle/>
          <a:p>
            <a:r>
              <a:rPr/>
              <a:t>script_IQSlidedeck.R | Date: 2026-06-25 13:42:34.215137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7892" y="1205547"/>
            <a:ext cx="3339080" cy="4971416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Bullet point with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bold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and </a:t>
            </a:r>
            <a:r>
              <a:rPr cap="none" i="1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italic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Another bullet point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Indented by two spaces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Another one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And back to </a:t>
            </a:r>
            <a:r>
              <a:rPr cap="none" i="1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really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outer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level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Some sort of formula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E</a:t>
            </a:r>
            <a:r>
              <a:rPr cap="none" i="0" b="0" u="none" strike="noStrike" baseline="-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rel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 = m*c</a:t>
            </a:r>
            <a:r>
              <a:rPr cap="none" i="0" b="0" u="none" strike="noStrike" baseline="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2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686630" y="1205547"/>
            <a:ext cx="5238166" cy="4971416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58025" y="6356351"/>
            <a:ext cx="4382072" cy="365125"/>
          </a:xfrm>
        </p:spPr>
        <p:txBody>
          <a:bodyPr/>
          <a:lstStyle/>
          <a:p>
            <a:r>
              <a:rPr/>
              <a:t>script_IQSlidedeck.R | Date: 2026-06-25 13:42:35.869257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7892" y="1205547"/>
            <a:ext cx="3339080" cy="4971416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6630" y="1205547"/>
            <a:ext cx="5238166" cy="4971416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Bullet point with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bold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and </a:t>
            </a:r>
            <a:r>
              <a:rPr cap="none" i="1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italic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Another bullet point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Indented by two spaces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Another one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And back to </a:t>
            </a:r>
            <a:r>
              <a:rPr cap="none" i="1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really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outer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level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Some sort of formula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E</a:t>
            </a:r>
            <a:r>
              <a:rPr cap="none" i="0" b="0" u="none" strike="noStrike" baseline="-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rel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 = m*c</a:t>
            </a:r>
            <a:r>
              <a:rPr cap="none" i="0" b="0" u="none" strike="noStrike" baseline="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2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58025" y="6356351"/>
            <a:ext cx="4382072" cy="365125"/>
          </a:xfrm>
        </p:spPr>
        <p:txBody>
          <a:bodyPr/>
          <a:lstStyle/>
          <a:p>
            <a:r>
              <a:rPr/>
              <a:t>script_IQSlidedeck.R | Date: 2026-06-25 13:42:37.091803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12522"/>
            <a:ext cx="6435247" cy="1506735"/>
          </a:xfrm>
        </p:spPr>
        <p:txBody>
          <a:bodyPr/>
          <a:lstStyle/>
          <a:p>
            <a:r>
              <a:rPr/>
              <a:t>Layouts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7892" y="1205547"/>
            <a:ext cx="2170133" cy="4971416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19004" y="1205547"/>
            <a:ext cx="6505792" cy="4971416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58025" y="6356351"/>
            <a:ext cx="4382072" cy="365125"/>
          </a:xfrm>
        </p:spPr>
        <p:txBody>
          <a:bodyPr/>
          <a:lstStyle/>
          <a:p>
            <a:r>
              <a:rPr/>
              <a:t>script_IQSlidedeck.R | Date: 2026-06-25 13:42:47.747289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7892" y="1205547"/>
            <a:ext cx="2170133" cy="4971416"/>
          </a:xfrm>
          <a:prstGeom prst="rect">
            <a:avLst/>
          </a:prstGeom>
        </p:spPr>
      </p:pic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419004" y="1205547"/>
            <a:ext cx="6505792" cy="4971416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58025" y="6356351"/>
            <a:ext cx="4382072" cy="365125"/>
          </a:xfrm>
        </p:spPr>
        <p:txBody>
          <a:bodyPr/>
          <a:lstStyle/>
          <a:p>
            <a:r>
              <a:rPr/>
              <a:t>script_IQSlidedeck.R | Date: 2026-06-25 13:42:47.800125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7892" y="1205547"/>
            <a:ext cx="2170133" cy="4971416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19004" y="1205547"/>
            <a:ext cx="6505792" cy="4971416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Cars data set from R datasets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The data vie the speed of cars and distances taken to stop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58025" y="6356351"/>
            <a:ext cx="4382072" cy="365125"/>
          </a:xfrm>
        </p:spPr>
        <p:txBody>
          <a:bodyPr/>
          <a:lstStyle/>
          <a:p>
            <a:r>
              <a:rPr/>
              <a:t>script_IQSlidedeck.R | Date: 2026-06-25 13:42:47.859144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7892" y="1205547"/>
            <a:ext cx="2170133" cy="4971416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19004" y="1205547"/>
            <a:ext cx="6505792" cy="4971416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58025" y="6356351"/>
            <a:ext cx="4382072" cy="365125"/>
          </a:xfrm>
        </p:spPr>
        <p:txBody>
          <a:bodyPr/>
          <a:lstStyle/>
          <a:p>
            <a:r>
              <a:rPr/>
              <a:t>script_IQSlidedeck.R | Date: 2026-06-25 13:42:47.917594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12522"/>
            <a:ext cx="6435247" cy="1506735"/>
          </a:xfrm>
        </p:spPr>
        <p:txBody>
          <a:bodyPr/>
          <a:lstStyle/>
          <a:p>
            <a:r>
              <a:rPr/>
              <a:t>Test IQR Objects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/>
              <a:t>Plotting white noise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7891" y="1205547"/>
            <a:ext cx="2758509" cy="4971416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 list of ggplot objects was created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Called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nrow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ncol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object.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048000" y="1205548"/>
            <a:ext cx="5876795" cy="4446906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048001" y="5731330"/>
            <a:ext cx="5876796" cy="445634"/>
          </a:xfrm>
        </p:spPr>
        <p:txBody>
          <a:bodyPr/>
          <a:lstStyle/>
          <a:p>
            <a:r>
              <a:rPr/>
              <a:t>Normally distributed random numbers were used.
File: ../Output/01_test/normal_distributions.pdf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58025" y="6356351"/>
            <a:ext cx="4382072" cy="365125"/>
          </a:xfrm>
        </p:spPr>
        <p:txBody>
          <a:bodyPr/>
          <a:lstStyle/>
          <a:p>
            <a:r>
              <a:rPr/>
              <a:t>IQSlidedeck_IQRobjects.R | Date: 2026-06-25 13:43:40.68891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/>
              <a:t>Plotting white noise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7891" y="1205547"/>
            <a:ext cx="2758509" cy="4971416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 list of ggplot objects was created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Called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nrow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ncol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object.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048000" y="1205548"/>
            <a:ext cx="5876795" cy="4446906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048001" y="5731330"/>
            <a:ext cx="5876796" cy="445634"/>
          </a:xfrm>
        </p:spPr>
        <p:txBody>
          <a:bodyPr/>
          <a:lstStyle/>
          <a:p>
            <a:r>
              <a:rPr/>
              <a:t>Normally distributed random numbers were used.
File: ../Output/01_test/normal_distributions.pdf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58025" y="6356351"/>
            <a:ext cx="4382072" cy="365125"/>
          </a:xfrm>
        </p:spPr>
        <p:txBody>
          <a:bodyPr/>
          <a:lstStyle/>
          <a:p>
            <a:r>
              <a:rPr/>
              <a:t>IQSlidedeck_IQRobjects.R | Date: 2026-06-25 13:43:42.166547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/>
              <a:t>Plotting white noise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7891" y="1205547"/>
            <a:ext cx="2758509" cy="4971416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 list of ggplot objects was created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Called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nrow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ncol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object.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048000" y="1205548"/>
            <a:ext cx="5876795" cy="4446906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048001" y="5731330"/>
            <a:ext cx="5876796" cy="445634"/>
          </a:xfrm>
        </p:spPr>
        <p:txBody>
          <a:bodyPr/>
          <a:lstStyle/>
          <a:p>
            <a:r>
              <a:rPr/>
              <a:t>Normally distributed random numbers were used.
File: ../Output/01_test/normal_distributions.pdf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58025" y="6356351"/>
            <a:ext cx="4382072" cy="365125"/>
          </a:xfrm>
        </p:spPr>
        <p:txBody>
          <a:bodyPr/>
          <a:lstStyle/>
          <a:p>
            <a:r>
              <a:rPr/>
              <a:t>IQSlidedeck_IQRobjects.R | Date: 2026-06-25 13:43:43.642429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/>
              <a:t>Well-known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7891" y="1205547"/>
            <a:ext cx="2758509" cy="4971416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Used well known standard data set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mtcars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Applied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IQRoutputTable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xfooter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IQRoutputTable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object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048000" y="1205548"/>
            <a:ext cx="5876795" cy="4446906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048001" y="5731330"/>
            <a:ext cx="5876796" cy="445634"/>
          </a:xfrm>
        </p:spPr>
        <p:txBody>
          <a:bodyPr/>
          <a:lstStyle/>
          <a:p>
            <a:r>
              <a:rPr/>
              <a:t>See R datasets::mtcars
File: ../Output/01_test/cars_table.txt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58025" y="6356351"/>
            <a:ext cx="4382072" cy="365125"/>
          </a:xfrm>
        </p:spPr>
        <p:txBody>
          <a:bodyPr/>
          <a:lstStyle/>
          <a:p>
            <a:r>
              <a:rPr/>
              <a:t>IQSlidedeck_IQRobjects.R | Date: 2026-06-25 13:43:46.645864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1"/>
            <a:ext cx="3600000" cy="6857999"/>
          </a:xfrm>
        </p:spPr>
        <p:txBody>
          <a:bodyPr/>
          <a:lstStyle/>
          <a:p>
            <a:r>
              <a:rPr/>
              <a:t>Plotting white noise and testing the wide title layout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6215" y="136524"/>
            <a:ext cx="5208581" cy="5570313"/>
          </a:xfrm>
          <a:prstGeom prst="rect">
            <a:avLst/>
          </a:prstGeom>
        </p:spPr>
      </p:pic>
      <p:sp>
        <p:nvSpPr>
          <p:cNvPr id="4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16215" y="5816375"/>
            <a:ext cx="5208581" cy="365125"/>
          </a:xfrm>
        </p:spPr>
        <p:txBody>
          <a:bodyPr/>
          <a:lstStyle/>
          <a:p>
            <a:r>
              <a:rPr/>
              <a:t>
File: ../Output/01_test/subset_normal_distributions.pdf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95178" y="6356350"/>
            <a:ext cx="4353577" cy="365125"/>
          </a:xfrm>
        </p:spPr>
        <p:txBody>
          <a:bodyPr/>
          <a:lstStyle/>
          <a:p>
            <a:r>
              <a:rPr/>
              <a:t>IQSlidedeck_IQRobjects.R | Date: 2026-06-25 13:43:50.819413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/>
              <a:t>Cars data set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891" y="1227552"/>
            <a:ext cx="8736905" cy="4479285"/>
          </a:xfrm>
          <a:prstGeom prst="rect">
            <a:avLst/>
          </a:prstGeom>
        </p:spPr>
      </p:pic>
      <p:sp>
        <p:nvSpPr>
          <p:cNvPr id="4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87891" y="5816375"/>
            <a:ext cx="8736905" cy="365125"/>
          </a:xfrm>
        </p:spPr>
        <p:txBody>
          <a:bodyPr/>
          <a:lstStyle/>
          <a:p>
            <a:r>
              <a:rPr/>
              <a:t>See R datasets::mtcars
File: ../Output/01_test/cars_table.txt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25" y="6356351"/>
            <a:ext cx="4382072" cy="365125"/>
          </a:xfrm>
        </p:spPr>
        <p:txBody>
          <a:bodyPr/>
          <a:lstStyle/>
          <a:p>
            <a:r>
              <a:rPr/>
              <a:t>IQSlidedeck_IQRobjects.R | Date: 2026-06-25 13:43:53.626263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13635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7891" y="1205547"/>
            <a:ext cx="4326959" cy="4446906"/>
          </a:xfrm>
          <a:prstGeom prst="rect">
            <a:avLst/>
          </a:prstGeom>
        </p:spPr>
      </p:pic>
      <p:sp>
        <p:nvSpPr>
          <p:cNvPr id="4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88119" y="5781584"/>
            <a:ext cx="4326731" cy="445634"/>
          </a:xfrm>
        </p:spPr>
        <p:txBody>
          <a:bodyPr/>
          <a:lstStyle/>
          <a:p>
            <a:r>
              <a:rPr/>
              <a:t>Normally distributed random numbers were used.
File: ../Output/01_test/normal_distributions_longlist.pdf</a:t>
            </a:r>
          </a:p>
        </p:txBody>
      </p:sp>
      <p:pic>
        <p:nvPicPr>
          <p:cNvPr id="5" name="Content Placeholder 3" descr="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29150" y="1205549"/>
            <a:ext cx="4295645" cy="4446905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629150" y="5781675"/>
            <a:ext cx="4295775" cy="446088"/>
          </a:xfrm>
        </p:spPr>
        <p:txBody>
          <a:bodyPr/>
          <a:lstStyle/>
          <a:p>
            <a:r>
              <a:rPr/>
              <a:t>Normally distributed random numbers were used.
File: ../Output/01_test/normal_distributions_longlist.pdf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58025" y="6356351"/>
            <a:ext cx="4382072" cy="365125"/>
          </a:xfrm>
        </p:spPr>
        <p:txBody>
          <a:bodyPr/>
          <a:lstStyle/>
          <a:p>
            <a:r>
              <a:rPr/>
              <a:t>IQSlidedeck_IQRobjects.R | Date: 2026-06-25 13:43:55.554646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Wingdings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>Daniel Kaschek</dc:creator>
  <cp:lastModifiedBy>daniel</cp:lastModifiedBy>
  <cp:revision>29</cp:revision>
  <dcterms:created xsi:type="dcterms:W3CDTF">2019-10-14T19:42:36Z</dcterms:created>
  <dcterms:modified xsi:type="dcterms:W3CDTF">2026-06-25T13:44:45Z</dcterms:modified>
</cp:coreProperties>
</file>