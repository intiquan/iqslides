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gif" ContentType="image/gif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FA82E"/>
    <a:srgbClr val="2E36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ED083AE6-46FA-4A59-8FB0-9F97EB10719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1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24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Relationship Id="rId7" Type="http://schemas.openxmlformats.org/officeDocument/2006/relationships/slide" Target="slides/slide2.xml"/>
<Relationship Id="rId8" Type="http://schemas.openxmlformats.org/officeDocument/2006/relationships/slide" Target="slides/slide3.xml"/>
<Relationship Id="rId9" Type="http://schemas.openxmlformats.org/officeDocument/2006/relationships/slide" Target="slides/slide4.xml"/>
<Relationship Id="rId10" Type="http://schemas.openxmlformats.org/officeDocument/2006/relationships/slide" Target="slides/slide5.xml"/>
<Relationship Id="rId11" Type="http://schemas.openxmlformats.org/officeDocument/2006/relationships/slide" Target="slides/slide6.xml"/>
<Relationship Id="rId12" Type="http://schemas.openxmlformats.org/officeDocument/2006/relationships/slide" Target="slides/slide7.xml"/>
<Relationship Id="rId13" Type="http://schemas.openxmlformats.org/officeDocument/2006/relationships/slide" Target="slides/slide8.xml"/>
<Relationship Id="rId14" Type="http://schemas.openxmlformats.org/officeDocument/2006/relationships/slide" Target="slides/slide9.xml"/>
<Relationship Id="rId15" Type="http://schemas.openxmlformats.org/officeDocument/2006/relationships/slide" Target="slides/slide10.xml"/>
<Relationship Id="rId16" Type="http://schemas.openxmlformats.org/officeDocument/2006/relationships/slide" Target="slides/slide11.xml"/>
<Relationship Id="rId17" Type="http://schemas.openxmlformats.org/officeDocument/2006/relationships/slide" Target="slides/slide12.xml"/>
<Relationship Id="rId18" Type="http://schemas.openxmlformats.org/officeDocument/2006/relationships/slide" Target="slides/slide13.xml"/>
<Relationship Id="rId19" Type="http://schemas.openxmlformats.org/officeDocument/2006/relationships/slide" Target="slides/slide14.xml"/>
<Relationship Id="rId20" Type="http://schemas.openxmlformats.org/officeDocument/2006/relationships/slide" Target="slides/slide15.xml"/>
<Relationship Id="rId21" Type="http://schemas.openxmlformats.org/officeDocument/2006/relationships/slide" Target="slides/slide16.xml"/>
<Relationship Id="rId22" Type="http://schemas.openxmlformats.org/officeDocument/2006/relationships/slide" Target="slides/slide17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CBB00-394A-4F52-AB2E-59765AB32A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660" y="1049713"/>
            <a:ext cx="11636679" cy="1752600"/>
          </a:xfrm>
          <a:noFill/>
        </p:spPr>
        <p:txBody>
          <a:bodyPr anchor="b">
            <a:normAutofit/>
          </a:bodyPr>
          <a:lstStyle>
            <a:lvl1pPr algn="l">
              <a:defRPr sz="480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0DCD58-A6DE-4685-AD63-FEF15B6E36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7660" y="2894388"/>
            <a:ext cx="11636679" cy="3201612"/>
          </a:xfrm>
        </p:spPr>
        <p:txBody>
          <a:bodyPr lIns="274320"/>
          <a:lstStyle>
            <a:lvl1pPr marL="0" indent="0" algn="l">
              <a:buNone/>
              <a:defRPr sz="2400" b="1">
                <a:solidFill>
                  <a:srgbClr val="2E364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9551B-901C-4D34-92CB-97F373419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AEBD8-4A81-431A-AD17-A6A416641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C2F10-8A59-4F5F-84AA-41447B704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993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5F3F5-CD26-4383-BCD3-A8D434E2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C0A59-A7F8-4091-BC22-97B46458B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D15F2-B97A-4D46-A56B-AACA64275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F8A97-3399-44D7-ACF7-364298824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F6AC6-8F39-4227-B48E-79664419D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580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5F3F5-CD26-4383-BCD3-A8D434E2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600000" cy="6858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C0A59-A7F8-4091-BC22-97B46458B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3477" y="136525"/>
            <a:ext cx="8136249" cy="60404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D15F2-B97A-4D46-A56B-AACA64275B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0521" y="6356349"/>
            <a:ext cx="1924788" cy="365125"/>
          </a:xfrm>
        </p:spPr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F8A97-3399-44D7-ACF7-364298824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63477" y="6356347"/>
            <a:ext cx="681148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F6AC6-8F39-4227-B48E-79664419D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9921" y="6356348"/>
            <a:ext cx="1209805" cy="365125"/>
          </a:xfrm>
          <a:solidFill>
            <a:schemeClr val="bg1"/>
          </a:solidFill>
        </p:spPr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BBE93D-AA4B-4660-AFA2-2E9EE05E2CD8}"/>
              </a:ext>
            </a:extLst>
          </p:cNvPr>
          <p:cNvSpPr txBox="1"/>
          <p:nvPr userDrawn="1"/>
        </p:nvSpPr>
        <p:spPr>
          <a:xfrm>
            <a:off x="2415622" y="6352143"/>
            <a:ext cx="1014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FA82E"/>
                </a:solidFill>
              </a:rPr>
              <a:t>IQR</a:t>
            </a:r>
            <a:r>
              <a:rPr lang="en-US" b="1" dirty="0">
                <a:solidFill>
                  <a:schemeClr val="bg1"/>
                </a:solidFill>
              </a:rPr>
              <a:t>tools</a:t>
            </a:r>
            <a:endParaRPr lang="en-CH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5664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5F3F5-CD26-4383-BCD3-A8D434E2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C0A59-A7F8-4091-BC22-97B46458B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521" y="1227551"/>
            <a:ext cx="11649206" cy="44792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D15F2-B97A-4D46-A56B-AACA64275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F8A97-3399-44D7-ACF7-364298824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F6AC6-8F39-4227-B48E-79664419D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6B30566-8B30-4362-BCB6-7F3B3746AF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0521" y="5816374"/>
            <a:ext cx="11649206" cy="365125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100"/>
            </a:lvl2pPr>
            <a:lvl3pPr marL="914400" indent="0">
              <a:buNone/>
              <a:defRPr sz="105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745588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nd Caption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5F3F5-CD26-4383-BCD3-A8D434E2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600000" cy="6858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C0A59-A7F8-4091-BC22-97B46458B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3103" y="136525"/>
            <a:ext cx="8126624" cy="55703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D15F2-B97A-4D46-A56B-AACA64275B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0521" y="6356349"/>
            <a:ext cx="1751534" cy="365125"/>
          </a:xfrm>
        </p:spPr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F8A97-3399-44D7-ACF7-364298824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3101" y="6356350"/>
            <a:ext cx="674731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F6AC6-8F39-4227-B48E-79664419D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9921" y="6356348"/>
            <a:ext cx="1209805" cy="365125"/>
          </a:xfrm>
          <a:solidFill>
            <a:schemeClr val="bg1"/>
          </a:solidFill>
        </p:spPr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6B30566-8B30-4362-BCB6-7F3B3746AF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73101" y="5816374"/>
            <a:ext cx="8126625" cy="365125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100"/>
            </a:lvl2pPr>
            <a:lvl3pPr marL="914400" indent="0">
              <a:buNone/>
              <a:defRPr sz="105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H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73CFF0-DE98-4FDB-9580-F0D07D3FE050}"/>
              </a:ext>
            </a:extLst>
          </p:cNvPr>
          <p:cNvSpPr txBox="1"/>
          <p:nvPr userDrawn="1"/>
        </p:nvSpPr>
        <p:spPr>
          <a:xfrm>
            <a:off x="2415622" y="6352143"/>
            <a:ext cx="1014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FA82E"/>
                </a:solidFill>
              </a:rPr>
              <a:t>IQR</a:t>
            </a:r>
            <a:r>
              <a:rPr lang="en-US" b="1" dirty="0">
                <a:solidFill>
                  <a:schemeClr val="bg1"/>
                </a:solidFill>
              </a:rPr>
              <a:t>tools</a:t>
            </a:r>
            <a:endParaRPr lang="en-CH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5960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83E8A-D652-4338-AF10-2620BEDD6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3CD88D-4D3C-412E-9FE0-022A07406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BA95A-B650-41C7-9489-6DC88967C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BC28A-637A-4CE6-988A-B637DDE1F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FEDC3-9E77-41A8-88FA-0756CBBE5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60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5F3433-3055-4279-A232-CDB35C481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90A63-5D67-4FD5-97FD-79F7445B6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87DAE-A442-4DC3-8550-20F58B781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77E17F1-D3B2-42A6-9982-878865538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  <a:solidFill>
            <a:srgbClr val="2E3640"/>
          </a:solidFill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1A58CC4-526C-4991-898F-C0879D5343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0521" y="1205547"/>
            <a:ext cx="5769279" cy="49714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CB008E43-F727-4C47-9855-9440A412A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205547"/>
            <a:ext cx="5727527" cy="49714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0806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Right Bigg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5F3433-3055-4279-A232-CDB35C481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90A63-5D67-4FD5-97FD-79F7445B6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87DAE-A442-4DC3-8550-20F58B781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77E17F1-D3B2-42A6-9982-878865538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  <a:solidFill>
            <a:srgbClr val="2E3640"/>
          </a:solidFill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1A58CC4-526C-4991-898F-C0879D5343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0521" y="1205547"/>
            <a:ext cx="2893512" cy="4971416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CB008E43-F727-4C47-9855-9440A412A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44033" y="1205547"/>
            <a:ext cx="8755694" cy="497141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7603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Caption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5F3433-3055-4279-A232-CDB35C481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90A63-5D67-4FD5-97FD-79F7445B6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87DAE-A442-4DC3-8550-20F58B781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77E17F1-D3B2-42A6-9982-878865538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  <a:solidFill>
            <a:srgbClr val="2E3640"/>
          </a:solidFill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1A58CC4-526C-4991-898F-C0879D5343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0521" y="1205547"/>
            <a:ext cx="5769279" cy="49714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CB008E43-F727-4C47-9855-9440A412A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205548"/>
            <a:ext cx="5727527" cy="44469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810FF5-0B9C-4441-B73D-B10146FB89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72201" y="5731330"/>
            <a:ext cx="5727526" cy="445634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200"/>
            </a:lvl1pPr>
            <a:lvl2pPr marL="457200" indent="0">
              <a:buFont typeface="Arial" panose="020B0604020202020204" pitchFamily="34" charset="0"/>
              <a:buNone/>
              <a:defRPr sz="1100"/>
            </a:lvl2pPr>
            <a:lvl3pPr marL="914400" indent="0">
              <a:buFont typeface="Arial" panose="020B0604020202020204" pitchFamily="34" charset="0"/>
              <a:buNone/>
              <a:defRPr sz="1050"/>
            </a:lvl3pPr>
            <a:lvl4pPr marL="1371600" indent="0">
              <a:buFont typeface="Arial" panose="020B0604020202020204" pitchFamily="34" charset="0"/>
              <a:buNone/>
              <a:defRPr sz="1000"/>
            </a:lvl4pPr>
            <a:lvl5pPr marL="18288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584477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Caption Le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5F3433-3055-4279-A232-CDB35C481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90A63-5D67-4FD5-97FD-79F7445B6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87DAE-A442-4DC3-8550-20F58B781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77E17F1-D3B2-42A6-9982-878865538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  <a:solidFill>
            <a:srgbClr val="2E3640"/>
          </a:solidFill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1A58CC4-526C-4991-898F-C0879D5343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0521" y="1205547"/>
            <a:ext cx="5769279" cy="44469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CB008E43-F727-4C47-9855-9440A412A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205548"/>
            <a:ext cx="5727527" cy="5021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810FF5-0B9C-4441-B73D-B10146FB89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0521" y="5781584"/>
            <a:ext cx="5769279" cy="445634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200"/>
            </a:lvl1pPr>
            <a:lvl2pPr marL="457200" indent="0">
              <a:buFont typeface="Arial" panose="020B0604020202020204" pitchFamily="34" charset="0"/>
              <a:buNone/>
              <a:defRPr sz="1100"/>
            </a:lvl2pPr>
            <a:lvl3pPr marL="914400" indent="0">
              <a:buFont typeface="Arial" panose="020B0604020202020204" pitchFamily="34" charset="0"/>
              <a:buNone/>
              <a:defRPr sz="1050"/>
            </a:lvl3pPr>
            <a:lvl4pPr marL="1371600" indent="0">
              <a:buFont typeface="Arial" panose="020B0604020202020204" pitchFamily="34" charset="0"/>
              <a:buNone/>
              <a:defRPr sz="1000"/>
            </a:lvl4pPr>
            <a:lvl5pPr marL="18288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059227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5F3433-3055-4279-A232-CDB35C481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90A63-5D67-4FD5-97FD-79F7445B6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87DAE-A442-4DC3-8550-20F58B781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77E17F1-D3B2-42A6-9982-878865538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  <a:solidFill>
            <a:srgbClr val="2E3640"/>
          </a:solidFill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1A58CC4-526C-4991-898F-C0879D5343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0521" y="1205547"/>
            <a:ext cx="5769279" cy="444690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CB008E43-F727-4C47-9855-9440A412A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205548"/>
            <a:ext cx="5727527" cy="44469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810FF5-0B9C-4441-B73D-B10146FB89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0825" y="5781584"/>
            <a:ext cx="5768975" cy="445634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200"/>
            </a:lvl1pPr>
            <a:lvl2pPr marL="457200" indent="0">
              <a:buFont typeface="Arial" panose="020B0604020202020204" pitchFamily="34" charset="0"/>
              <a:buNone/>
              <a:defRPr sz="1100"/>
            </a:lvl2pPr>
            <a:lvl3pPr marL="914400" indent="0">
              <a:buFont typeface="Arial" panose="020B0604020202020204" pitchFamily="34" charset="0"/>
              <a:buNone/>
              <a:defRPr sz="1050"/>
            </a:lvl3pPr>
            <a:lvl4pPr marL="1371600" indent="0">
              <a:buFont typeface="Arial" panose="020B0604020202020204" pitchFamily="34" charset="0"/>
              <a:buNone/>
              <a:defRPr sz="1000"/>
            </a:lvl4pPr>
            <a:lvl5pPr marL="18288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H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8CA0C6-2B85-43B4-92F5-635817B1E1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5781675"/>
            <a:ext cx="5727700" cy="446088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/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2168570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EEDBF-B9EE-46CF-A2B0-8EE3479EF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AF6FB-AD6C-4882-81B0-96CE078AA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33832D-5B97-457A-BE16-A272372A46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0BE55C-A71C-4022-9131-15FEDC1167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2F743A-257A-4CB8-B95B-5C988CC62C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5E529E-3A21-43D7-BDFA-A5A848AC6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A1AC98-0217-4FDD-B158-1F74B7A15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112B28-E129-463E-A880-BAB46D30B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8812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FB276-42C6-48C4-A2D0-A097A7FD2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12521"/>
            <a:ext cx="8580329" cy="1506735"/>
          </a:xfrm>
          <a:solidFill>
            <a:schemeClr val="accent1"/>
          </a:solidFill>
        </p:spPr>
        <p:txBody>
          <a:bodyPr lIns="457200" rIns="9144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B95676-139F-437C-84CA-5CF7DDD4E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9420A2-E1DF-4D49-99F2-D3EB982FF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D7E900-54AE-43E4-BB83-C57893624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5100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C27AEB-BB7C-4254-8707-325AA89D0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5558A9-A9C1-4ED8-A9ED-C4CBE090E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ED647-76EB-4236-927F-B7D784169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3024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724F0-FC25-4442-B0BF-BA8CE018D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FC00E-6690-4AD8-A046-4B5C64407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2E2489-E8B1-4638-8450-E6A93485AC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2D3769-D87D-4AC3-842D-25FA6FB46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72A216-50B5-446A-B870-D3E1EE07A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81DF2-3E25-47D5-861D-21090FF0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7839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56508-A225-4874-9EAF-22917310F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82C181-9AF7-4887-A58E-9CD34DE9C5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423641-3CA3-41A0-908F-A9202B5D1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B42A99-71B3-40D2-882D-E5CB06AF8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64F32E-5C4C-4465-800A-4B1AC8DBD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A2F93E-9F34-4A6B-936A-74C4DF713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626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869-D881-4114-9250-92447B95B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305416-A94C-4542-97F1-92AAFB0E10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0D993-0F1C-40EA-AFEE-B6B5B1413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BE058-B0D8-4632-9A14-D825C824F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B8F12-4D34-44B5-9B1D-9E63AA9F8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1479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A00737-11BB-4E95-A748-27DD621789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F31580-301F-4D45-BF3F-3B77F3F072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AB469-45B1-4622-B0A1-4CC1F7F0E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8CB7E-0935-47AE-8D41-C2E027A47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5C856-5925-49B5-A3FB-38FA764D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732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65A62F-17DA-4936-8509-B3C9E5760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  <a:prstGeom prst="rect">
            <a:avLst/>
          </a:prstGeom>
          <a:solidFill>
            <a:srgbClr val="2E3640"/>
          </a:solidFill>
          <a:ln>
            <a:noFill/>
          </a:ln>
        </p:spPr>
        <p:txBody>
          <a:bodyPr vert="horz" lIns="274320" tIns="0" rIns="27432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9565DF-47A0-4C78-B423-51407FF4D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0521" y="1227551"/>
            <a:ext cx="11649206" cy="4949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0586B-4622-490A-AFA5-16C3510B4F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0521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72C57-2FA0-4A9D-99A4-6F756B65018B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06B1D-4E0B-420D-A7D9-8D1F1DF698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44033" y="6356350"/>
            <a:ext cx="5842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330F5-601E-47E5-936A-31BAE81EAF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99323" y="6356348"/>
            <a:ext cx="12098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4A79B-B315-413E-88BB-EFE0B5D603D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2ABAA1-DF13-4560-A86C-4949BF9E431B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794876" y="6308726"/>
            <a:ext cx="1270427" cy="488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590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60" r:id="rId4"/>
    <p:sldLayoutId id="2147483665" r:id="rId5"/>
    <p:sldLayoutId id="2147483651" r:id="rId6"/>
    <p:sldLayoutId id="2147483652" r:id="rId7"/>
    <p:sldLayoutId id="2147483666" r:id="rId8"/>
    <p:sldLayoutId id="2147483661" r:id="rId9"/>
    <p:sldLayoutId id="2147483662" r:id="rId10"/>
    <p:sldLayoutId id="2147483663" r:id="rId11"/>
    <p:sldLayoutId id="2147483653" r:id="rId12"/>
    <p:sldLayoutId id="2147483654" r:id="rId13"/>
    <p:sldLayoutId id="2147483655" r:id="rId14"/>
    <p:sldLayoutId id="2147483656" r:id="rId15"/>
    <p:sldLayoutId id="2147483657" r:id="rId16"/>
    <p:sldLayoutId id="2147483658" r:id="rId17"/>
    <p:sldLayoutId id="2147483659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cap="all" baseline="0">
          <a:solidFill>
            <a:schemeClr val="bg2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3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3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9.xml"/>
<Relationship Id="rId2" Type="http://schemas.openxmlformats.org/officeDocument/2006/relationships/image" Target="../media/9ed70f1f86ec61cd9b2387ea0d10e141741a02e7.png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49f2467caf685e03a499f98d91aa512eacaa906d.png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ecfdfdea09fb33fcc87609121f79e9f9335c0c98.png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a4c35778fefe244e3a523b9cb46e34591fc600cb.png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3.xml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5435b573ba4b49f4ff72866c3262cdf2ff73cb1d.png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5435b573ba4b49f4ff72866c3262cdf2ff73cb1d.png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75d4504d45d747404925c290e27b4b9babdaa32d.png"/>
</Relationships>

</file>

<file path=ppt/slides/_rels/slide1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3.xml"/>
</Relationships>

</file>

<file path=ppt/slides/_rels/slide1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8.xml"/>
<Relationship Id="rId2" Type="http://schemas.openxmlformats.org/officeDocument/2006/relationships/image" Target="../media/5a7bd8554a70554e28f12afdc9b9ccf9282e407e.png"/>
</Relationships>

</file>

<file path=ppt/slides/_rels/slide1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8.xml"/>
<Relationship Id="rId2" Type="http://schemas.openxmlformats.org/officeDocument/2006/relationships/image" Target="../media/5fa3892ff94a52f2055187774c700c8f6d04421f.png"/>
<Relationship Id="rId3" Type="http://schemas.openxmlformats.org/officeDocument/2006/relationships/image" Target="../media/5a7bd8554a70554e28f12afdc9b9ccf9282e407e.png"/>
</Relationships>

</file>

<file path=ppt/slides/_rels/slide1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8.xml"/>
<Relationship Id="rId2" Type="http://schemas.openxmlformats.org/officeDocument/2006/relationships/image" Target="../media/5fa3892ff94a52f2055187774c700c8f6d04421f.png"/>
</Relationships>

</file>

<file path=ppt/slides/_rels/slide1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8.xml"/>
<Relationship Id="rId2" Type="http://schemas.openxmlformats.org/officeDocument/2006/relationships/image" Target="../media/5a7bd8554a70554e28f12afdc9b9ccf9282e407e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7660" y="1049713"/>
            <a:ext cx="11636679" cy="1752600"/>
          </a:xfrm>
        </p:spPr>
        <p:txBody>
          <a:bodyPr/>
          <a:lstStyle/>
          <a:p>
            <a:r>
              <a:rPr/>
              <a:t>Test Slide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660" y="2894388"/>
            <a:ext cx="11636679" cy="3201612"/>
          </a:xfrm>
        </p:spPr>
        <p:txBody>
          <a:bodyPr/>
          <a:lstStyle/>
          <a:p>
            <a:r>
              <a:rPr/>
              <a:t>Cars and the time they take to stop (non-QCed)
Daniel Kaschek, IntiQuan
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12521"/>
            <a:ext cx="8580329" cy="1506735"/>
          </a:xfrm>
        </p:spPr>
        <p:txBody>
          <a:bodyPr/>
          <a:lstStyle/>
          <a:p>
            <a:r>
              <a:rPr/>
              <a:t>Plain Slides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</p:spPr>
        <p:txBody>
          <a:bodyPr/>
          <a:lstStyle/>
          <a:p>
            <a:r>
              <a:rPr/>
              <a:t>Just a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521" y="1227551"/>
            <a:ext cx="11649206" cy="4949412"/>
          </a:xfrm>
        </p:spPr>
        <p:txBody>
          <a:bodyPr/>
          <a:lstStyle/>
          <a:p>
            <a:r>
              <a:rPr/>
              <a:t>Cars data set from R datasets</a:t>
            </a:r>
          </a:p>
          <a:p>
            <a:r>
              <a:rPr/>
              <a:t>The data vie the speed of cars and distances taken to stop shown as plot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44033" y="6356350"/>
            <a:ext cx="5842763" cy="365125"/>
          </a:xfrm>
        </p:spPr>
        <p:txBody>
          <a:bodyPr/>
          <a:lstStyle/>
          <a:p>
            <a:r>
              <a:rPr/>
              <a:t>script_IQSlidedeck.R | Date: 2026-06-25 13:42:33.134877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12521"/>
            <a:ext cx="8580329" cy="1506735"/>
          </a:xfrm>
        </p:spPr>
        <p:txBody>
          <a:bodyPr/>
          <a:lstStyle/>
          <a:p>
            <a:r>
              <a:rPr/>
              <a:t>Slides with plots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</p:spPr>
        <p:txBody>
          <a:bodyPr/>
          <a:lstStyle/>
          <a:p>
            <a:r>
              <a:rPr/>
              <a:t>Overview of cars distance vs time to stop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0521" y="1205547"/>
            <a:ext cx="5769279" cy="4971416"/>
          </a:xfrm>
        </p:spPr>
        <p:txBody>
          <a:bodyPr/>
          <a:lstStyle/>
          <a:p>
            <a:r>
              <a:rPr/>
              <a:t>Cars data set from R datasets</a:t>
            </a:r>
          </a:p>
          <a:p>
            <a:r>
              <a:rPr/>
              <a:t>The data vie the speed of cars and distances taken to stop shown as plot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199" y="1205548"/>
            <a:ext cx="5727527" cy="4446906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172201" y="5731330"/>
            <a:ext cx="5727526" cy="445634"/>
          </a:xfrm>
        </p:spPr>
        <p:txBody>
          <a:bodyPr/>
          <a:lstStyle/>
          <a:p>
            <a:r>
              <a:rPr/>
              <a:t>Source: Ezekiel, M. (1930) Methods of Correlation Analysis. Wiley.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44033" y="6356350"/>
            <a:ext cx="5842763" cy="365125"/>
          </a:xfrm>
        </p:spPr>
        <p:txBody>
          <a:bodyPr/>
          <a:lstStyle/>
          <a:p>
            <a:r>
              <a:rPr/>
              <a:t>script_IQSlidedeck.R | Date: 2026-06-25 13:42:33.318072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</p:spPr>
        <p:txBody>
          <a:bodyPr/>
          <a:lstStyle/>
          <a:p>
            <a:r>
              <a:rPr/>
              <a:t>Plot from png file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521" y="1227551"/>
            <a:ext cx="11649206" cy="4949412"/>
          </a:xfrm>
          <a:prstGeom prst="rect">
            <a:avLst/>
          </a:prstGeom>
        </p:spPr>
      </p:pic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44033" y="6356350"/>
            <a:ext cx="5842763" cy="365125"/>
          </a:xfrm>
        </p:spPr>
        <p:txBody>
          <a:bodyPr/>
          <a:lstStyle/>
          <a:p>
            <a:r>
              <a:rPr/>
              <a:t>script_IQSlidedeck.R | Date: 2026-06-25 13:42:38.134802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</p:spPr>
        <p:txBody>
          <a:bodyPr/>
          <a:lstStyle/>
          <a:p>
            <a:r>
              <a:rPr/>
              <a:t>Plot from pdf file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521" y="1227551"/>
            <a:ext cx="11649206" cy="4949412"/>
          </a:xfrm>
          <a:prstGeom prst="rect">
            <a:avLst/>
          </a:prstGeom>
        </p:spPr>
      </p:pic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44033" y="6356350"/>
            <a:ext cx="5842763" cy="365125"/>
          </a:xfrm>
        </p:spPr>
        <p:txBody>
          <a:bodyPr/>
          <a:lstStyle/>
          <a:p>
            <a:r>
              <a:rPr/>
              <a:t>script_IQSlidedeck.R | Date: 2026-06-25 13:42:39.88711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</p:spPr>
        <p:txBody>
          <a:bodyPr/>
          <a:lstStyle/>
          <a:p>
            <a:r>
              <a:rPr/>
              <a:t>Plot from ggplot object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521" y="1227551"/>
            <a:ext cx="11649206" cy="4949412"/>
          </a:xfrm>
          <a:prstGeom prst="rect">
            <a:avLst/>
          </a:prstGeom>
        </p:spPr>
      </p:pic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44033" y="6356350"/>
            <a:ext cx="5842763" cy="365125"/>
          </a:xfrm>
        </p:spPr>
        <p:txBody>
          <a:bodyPr/>
          <a:lstStyle/>
          <a:p>
            <a:r>
              <a:rPr/>
              <a:t>script_IQSlidedeck.R | Date: 2026-06-25 13:42:46.922015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12521"/>
            <a:ext cx="8580329" cy="1506735"/>
          </a:xfrm>
        </p:spPr>
        <p:txBody>
          <a:bodyPr/>
          <a:lstStyle/>
          <a:p>
            <a:r>
              <a:rPr/>
              <a:t>Slides with tables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</p:spPr>
        <p:txBody>
          <a:bodyPr/>
          <a:lstStyle/>
          <a:p>
            <a:r>
              <a:rPr/>
              <a:t>Overview of cars distance vs time to stop shown as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0521" y="1205547"/>
            <a:ext cx="5769279" cy="4971416"/>
          </a:xfrm>
        </p:spPr>
        <p:txBody>
          <a:bodyPr/>
          <a:lstStyle/>
          <a:p>
            <a:r>
              <a:rPr/>
              <a:t>Cars data set from R datasets</a:t>
            </a:r>
          </a:p>
          <a:p>
            <a:r>
              <a:rPr/>
              <a:t>The data vie the speed of cars and distances taken to stop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199" y="1205547"/>
            <a:ext cx="5727527" cy="4971416"/>
          </a:xfrm>
          <a:prstGeom prst="rect">
            <a:avLst/>
          </a:prstGeom>
        </p:spPr>
      </p:pic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44033" y="6356350"/>
            <a:ext cx="5842763" cy="365125"/>
          </a:xfrm>
        </p:spPr>
        <p:txBody>
          <a:bodyPr/>
          <a:lstStyle/>
          <a:p>
            <a:r>
              <a:rPr/>
              <a:t>script_IQSlidedeck.R | Date: 2026-06-25 13:42:34.215137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</p:spPr>
        <p:txBody>
          <a:bodyPr/>
          <a:lstStyle/>
          <a:p>
            <a:r>
              <a:rPr/>
              <a:t>Overview of cars distance vs time to stop shown as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0521" y="1205547"/>
            <a:ext cx="5769279" cy="4971416"/>
          </a:xfrm>
        </p:spPr>
        <p:txBody>
          <a:bodyPr/>
          <a:lstStyle/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Bullet point with 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bold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and </a:t>
            </a:r>
            <a:r>
              <a:rPr cap="none" i="1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italic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Another bullet point</a:t>
            </a:r>
          </a:p>
          <a:p>
            <a:pPr lvl="1"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Indented by two spaces</a:t>
            </a:r>
          </a:p>
          <a:p>
            <a:pPr lvl="1"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Another one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And back to </a:t>
            </a:r>
            <a:r>
              <a:rPr cap="none" i="1" b="1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really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outer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level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Some sort of formula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E</a:t>
            </a:r>
            <a:r>
              <a:rPr cap="none" i="0" b="0" u="none" strike="noStrike" baseline="-40000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rel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 = m*c</a:t>
            </a:r>
            <a:r>
              <a:rPr cap="none" i="0" b="0" u="none" strike="noStrike" baseline="40000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2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199" y="1205547"/>
            <a:ext cx="5727527" cy="4971416"/>
          </a:xfrm>
          <a:prstGeom prst="rect">
            <a:avLst/>
          </a:prstGeom>
        </p:spPr>
      </p:pic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44033" y="6356350"/>
            <a:ext cx="5842763" cy="365125"/>
          </a:xfrm>
        </p:spPr>
        <p:txBody>
          <a:bodyPr/>
          <a:lstStyle/>
          <a:p>
            <a:r>
              <a:rPr/>
              <a:t>script_IQSlidedeck.R | Date: 2026-06-25 13:42:35.869257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</p:spPr>
        <p:txBody>
          <a:bodyPr/>
          <a:lstStyle/>
          <a:p>
            <a:r>
              <a:rPr/>
              <a:t>Overview of cars distance vs time to stop shown as table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50521" y="1205547"/>
            <a:ext cx="5769279" cy="4971416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205547"/>
            <a:ext cx="5727527" cy="4971416"/>
          </a:xfrm>
        </p:spPr>
        <p:txBody>
          <a:bodyPr/>
          <a:lstStyle/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Bullet point with 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bold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and </a:t>
            </a:r>
            <a:r>
              <a:rPr cap="none" i="1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italic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Another bullet point</a:t>
            </a:r>
          </a:p>
          <a:p>
            <a:pPr lvl="1"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Indented by two spaces</a:t>
            </a:r>
          </a:p>
          <a:p>
            <a:pPr lvl="1"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Another one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And back to </a:t>
            </a:r>
            <a:r>
              <a:rPr cap="none" i="1" b="1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really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outer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 level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Some sort of formula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E</a:t>
            </a:r>
            <a:r>
              <a:rPr cap="none" i="0" b="0" u="none" strike="noStrike" baseline="-40000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rel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 = m*c</a:t>
            </a:r>
            <a:r>
              <a:rPr cap="none" i="0" b="0" u="none" strike="noStrike" baseline="40000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2</a:t>
            </a: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44033" y="6356350"/>
            <a:ext cx="5842763" cy="365125"/>
          </a:xfrm>
        </p:spPr>
        <p:txBody>
          <a:bodyPr/>
          <a:lstStyle/>
          <a:p>
            <a:r>
              <a:rPr/>
              <a:t>script_IQSlidedeck.R | Date: 2026-06-25 13:42:37.091803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12521"/>
            <a:ext cx="8580329" cy="1506735"/>
          </a:xfrm>
        </p:spPr>
        <p:txBody>
          <a:bodyPr/>
          <a:lstStyle/>
          <a:p>
            <a:r>
              <a:rPr/>
              <a:t>Layouts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</p:spPr>
        <p:txBody>
          <a:bodyPr/>
          <a:lstStyle/>
          <a:p>
            <a:r>
              <a:rPr/>
              <a:t>Two Content Right Bigger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0521" y="1205547"/>
            <a:ext cx="2893512" cy="4971416"/>
          </a:xfrm>
        </p:spPr>
        <p:txBody>
          <a:bodyPr/>
          <a:lstStyle/>
          <a:p>
            <a:r>
              <a:rPr/>
              <a:t>Cars data set from R datasets</a:t>
            </a:r>
          </a:p>
          <a:p>
            <a:r>
              <a:rPr/>
              <a:t>The data vie the speed of cars and distances taken to stop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144033" y="1205547"/>
            <a:ext cx="8755694" cy="4971416"/>
          </a:xfrm>
          <a:prstGeom prst="rect">
            <a:avLst/>
          </a:prstGeom>
        </p:spPr>
      </p:pic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44033" y="6356350"/>
            <a:ext cx="5842763" cy="365125"/>
          </a:xfrm>
        </p:spPr>
        <p:txBody>
          <a:bodyPr/>
          <a:lstStyle/>
          <a:p>
            <a:r>
              <a:rPr/>
              <a:t>script_IQSlidedeck.R | Date: 2026-06-25 13:42:47.747289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</p:spPr>
        <p:txBody>
          <a:bodyPr/>
          <a:lstStyle/>
          <a:p>
            <a:r>
              <a:rPr/>
              <a:t>Two Content Right Bigger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50521" y="1205547"/>
            <a:ext cx="2893512" cy="4971416"/>
          </a:xfrm>
          <a:prstGeom prst="rect">
            <a:avLst/>
          </a:prstGeom>
        </p:spPr>
      </p:pic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144033" y="1205547"/>
            <a:ext cx="8755694" cy="4971416"/>
          </a:xfrm>
          <a:prstGeom prst="rect">
            <a:avLst/>
          </a:prstGeom>
        </p:spPr>
      </p:pic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44033" y="6356350"/>
            <a:ext cx="5842763" cy="365125"/>
          </a:xfrm>
        </p:spPr>
        <p:txBody>
          <a:bodyPr/>
          <a:lstStyle/>
          <a:p>
            <a:r>
              <a:rPr/>
              <a:t>script_IQSlidedeck.R | Date: 2026-06-25 13:42:47.800125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</p:spPr>
        <p:txBody>
          <a:bodyPr/>
          <a:lstStyle/>
          <a:p>
            <a:r>
              <a:rPr/>
              <a:t>Two Content Right Bigger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50521" y="1205547"/>
            <a:ext cx="2893512" cy="4971416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4033" y="1205547"/>
            <a:ext cx="8755694" cy="4971416"/>
          </a:xfrm>
        </p:spPr>
        <p:txBody>
          <a:bodyPr/>
          <a:lstStyle/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Cars data set from R datasets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The data vie the speed of cars and distances taken to stop</a:t>
            </a: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44033" y="6356350"/>
            <a:ext cx="5842763" cy="365125"/>
          </a:xfrm>
        </p:spPr>
        <p:txBody>
          <a:bodyPr/>
          <a:lstStyle/>
          <a:p>
            <a:r>
              <a:rPr/>
              <a:t>script_IQSlidedeck.R | Date: 2026-06-25 13:42:47.859144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3635"/>
          </a:xfrm>
        </p:spPr>
        <p:txBody>
          <a:bodyPr/>
          <a:lstStyle/>
          <a:p>
            <a:r>
              <a:rPr/>
              <a:t>Two Content Right Bigger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0521" y="1205547"/>
            <a:ext cx="2893512" cy="4971416"/>
          </a:xfrm>
        </p:spPr>
        <p:txBody>
          <a:bodyPr/>
          <a:lstStyle/>
          <a:p>
            <a:r>
              <a:rPr/>
              <a:t>Cars data set from R datasets</a:t>
            </a:r>
          </a:p>
          <a:p>
            <a:r>
              <a:rPr/>
              <a:t>The data vie the speed of cars and distances taken to stop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144033" y="1205547"/>
            <a:ext cx="8755694" cy="4971416"/>
          </a:xfrm>
          <a:prstGeom prst="rect">
            <a:avLst/>
          </a:prstGeom>
        </p:spPr>
      </p:pic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44033" y="6356350"/>
            <a:ext cx="5842763" cy="365125"/>
          </a:xfrm>
        </p:spPr>
        <p:txBody>
          <a:bodyPr/>
          <a:lstStyle/>
          <a:p>
            <a:r>
              <a:rPr/>
              <a:t>script_IQSlidedeck.R | Date: 2026-06-25 13:42:47.917594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Wingdings</vt:lpstr>
      <vt:lpstr>Office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Daniel Kaschek</dc:creator>
  <cp:lastModifiedBy>daniel</cp:lastModifiedBy>
  <cp:revision>31</cp:revision>
  <dcterms:created xsi:type="dcterms:W3CDTF">2019-10-14T19:42:36Z</dcterms:created>
  <dcterms:modified xsi:type="dcterms:W3CDTF">2026-06-25T13:43:02Z</dcterms:modified>
</cp:coreProperties>
</file>