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6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6327"/>
  </p:normalViewPr>
  <p:slideViewPr>
    <p:cSldViewPr snapToGrid="0">
      <p:cViewPr varScale="1">
        <p:scale>
          <a:sx n="59" d="100"/>
          <a:sy n="59" d="100"/>
        </p:scale>
        <p:origin x="78" y="14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5976" y="184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Relationship Id="rId15" Type="http://schemas.openxmlformats.org/officeDocument/2006/relationships/slide" Target="slides/slide9.xml"/>
<Relationship Id="rId16" Type="http://schemas.openxmlformats.org/officeDocument/2006/relationships/slide" Target="slides/slide10.xml"/>
<Relationship Id="rId17" Type="http://schemas.openxmlformats.org/officeDocument/2006/relationships/slide" Target="slides/slide11.xml"/>
<Relationship Id="rId18" Type="http://schemas.openxmlformats.org/officeDocument/2006/relationships/slide" Target="slides/slide12.xml"/>
<Relationship Id="rId19" Type="http://schemas.openxmlformats.org/officeDocument/2006/relationships/slide" Target="slides/slide13.xml"/>
<Relationship Id="rId20" Type="http://schemas.openxmlformats.org/officeDocument/2006/relationships/slide" Target="slides/slide14.xml"/>
<Relationship Id="rId21" Type="http://schemas.openxmlformats.org/officeDocument/2006/relationships/slide" Target="slides/slide15.xml"/>
<Relationship Id="rId22" Type="http://schemas.openxmlformats.org/officeDocument/2006/relationships/slide" Target="slides/slide16.xml"/>
<Relationship Id="rId23" Type="http://schemas.openxmlformats.org/officeDocument/2006/relationships/slide" Target="slides/slide17.xml"/>
<Relationship Id="rId24" Type="http://schemas.openxmlformats.org/officeDocument/2006/relationships/slide" Target="slides/slide18.xml"/>
<Relationship Id="rId25" Type="http://schemas.openxmlformats.org/officeDocument/2006/relationships/slide" Target="slides/slide19.xml"/>
<Relationship Id="rId26" Type="http://schemas.openxmlformats.org/officeDocument/2006/relationships/slide" Target="slides/slide20.xml"/>
<Relationship Id="rId27" Type="http://schemas.openxmlformats.org/officeDocument/2006/relationships/slide" Target="slides/slide21.xml"/>
<Relationship Id="rId28" Type="http://schemas.openxmlformats.org/officeDocument/2006/relationships/slide" Target="slides/slide22.xml"/>
<Relationship Id="rId29" Type="http://schemas.openxmlformats.org/officeDocument/2006/relationships/slide" Target="slides/slide23.xml"/>
<Relationship Id="rId30" Type="http://schemas.openxmlformats.org/officeDocument/2006/relationships/slide" Target="slides/slide24.xml"/>
<Relationship Id="rId31" Type="http://schemas.openxmlformats.org/officeDocument/2006/relationships/slide" Target="slides/slide25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A6572-123C-204E-8BB0-13A3740E061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C03B3-E1E2-FF48-A062-C0790FA3C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9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153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3766F2-38C9-9EAA-ED7E-3DDA127149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71105" y="6465236"/>
            <a:ext cx="2739638" cy="256239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66622E-FFD0-5FE1-4DF2-A60C8815A5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5957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000"/>
            <a:ext cx="9319058" cy="142630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F9602DB7-C580-0E34-EE12-7EEC63571D7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4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2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383"/>
            <a:ext cx="9319058" cy="142158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4068A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64088749-15BD-54BF-D25E-C65E515C58A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32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11826B0-450F-2224-26E3-2DD4C564CE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1C44D82-BD68-3951-46E9-AA2572874C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2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615135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61513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2472378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4032255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FB1027D-1230-7A64-A615-B3E6CDC53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1DB6F6FA-ED6A-BC60-4979-B4DEA8B1C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2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4034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C711D60-A38E-85C7-B999-C500F0BA9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4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195E2C-99CE-BCBB-7BCF-634489B94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56667634-1EFC-8ED1-851C-D57F30D04F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6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566993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5669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1986856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3546733"/>
            <a:ext cx="1672741" cy="45719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1241DC3-CEF3-7A58-E3F7-82A047E02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3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2E972B-9892-D1ED-553E-FAEF46BBDE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F8BE4666-BAFC-8022-5101-BA9C6C898B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267037"/>
            <a:ext cx="10938164" cy="308272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3417881"/>
            <a:ext cx="1672741" cy="457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F408C8B-E4CD-D353-6ED1-07C9068E7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649" y="3531723"/>
            <a:ext cx="10938164" cy="231881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145199D-92EB-2151-2D5E-40E32520C3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E57CA0F2-8094-9AED-F226-0B4D10DCB0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4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02085F0-C7D9-45AB-5596-4A63E1F4EA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150B146-5F54-7543-E2C8-CEF46702FF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6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ight Big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B7DE585-22B0-033E-E40C-8036CFF6ED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EEE07DF-F394-E443-387E-067F26FABD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61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230D801-5FB2-6938-390C-24494D26B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738F499-5A5C-D67A-61AE-AA1FA91229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7999"/>
            <a:ext cx="5181600" cy="493844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6372338-A297-F3E8-0C9B-A5D3348AB9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F4D4FDB-F202-887E-FF34-7F0166ECC9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73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F03D65C-7D1F-0C51-0177-05C87EAE1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9BF2DC9-D746-8178-CD05-CED3D8E987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09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0772-3454-A349-4D8E-655E561A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871459" cy="95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CEFA4D-3CF0-291A-FB42-4451953AB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000" y="1458000"/>
            <a:ext cx="5157787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6AF551-C8A9-88AF-81DE-86BDA1C5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4000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C14AD4-2AAB-4A0C-62BB-E632A634F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58000"/>
            <a:ext cx="5183188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1F609D-146F-3362-7A22-6DF8784EC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8343B9E-593B-4C4C-77DC-FE8A987B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A721B1A-0867-28D9-A96F-541C3E39C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2E7F6D0F-7A1D-AEE1-3B4C-9294D6432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C7030DEB-8487-C6DC-3EB0-2BC278DB2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03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DE73-8FAD-2103-76D9-33AD9EE5B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F7575-6C2B-7FD9-F373-C14D5A3F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Grafik 2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4A95C425-444B-4F47-9059-0DC67F36E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1967" y="617420"/>
            <a:ext cx="1498600" cy="1511300"/>
          </a:xfrm>
          <a:prstGeom prst="rect">
            <a:avLst/>
          </a:prstGeom>
        </p:spPr>
      </p:pic>
      <p:pic>
        <p:nvPicPr>
          <p:cNvPr id="9" name="Grafik 8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10833D06-1CDE-CA48-7B42-9E7AE91AF8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4327" y="4037584"/>
            <a:ext cx="1498600" cy="151130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8A5A457-E462-22D6-2E40-5FF83F9B9A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410DFAF-9105-0D58-43C5-DB9797F6CF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31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6C11D3-5047-C279-ADA8-2787EE6455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966B92A1-F7F2-A67F-ACC9-847B577302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03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D46C9-53FB-D6B1-26AC-72EEDD21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FB9A3B-91FC-6855-C7B8-342BF98E1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811" y="987425"/>
            <a:ext cx="6841577" cy="52661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3F89A2-3DEF-A4AC-BCE7-E760065EB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3999" y="1458001"/>
            <a:ext cx="3932237" cy="4795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A7FFC1-8A4E-FB8C-6639-711A54B0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2CF50E-4689-45BC-4AAE-DC993E1BDE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D4865D36-96CB-2E8B-A986-CE4FC4778D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E8FCC7A-0556-1DE9-4B78-D31C36F0CD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40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1BECA-92D4-7DE2-BCEA-F5EBDD58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B29C55-8DA3-11A3-EDC8-3F3DDB8AB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88873" y="987425"/>
            <a:ext cx="6866515" cy="51999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8B04B3-D28E-983C-34D1-A2AFC1977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339" y="1458000"/>
            <a:ext cx="3932237" cy="4729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3A37B6-1ECD-610F-176C-FF292162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462199D-1AEB-F098-9E97-F703F707A6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FA78C465-876C-2E0F-A1C8-1100AAD778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AB31B9C-7053-43D4-F013-40B952EEA9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81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9DA23-E328-2E0C-B123-483CD614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28ECF8-89F1-664F-6161-29CF45E33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62D244-841C-4966-00BA-BC9D8C6B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6F869E-7CCC-4186-793D-2B41FD4ED9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DB452D88-DAA8-CFFE-FE36-68A725774E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6D7D0DC3-3E07-F87B-EDD3-D4D0242E12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24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473AF0-55F9-E34D-A46C-4804EDA4C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6246A4-268B-9B08-5EDC-215396770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94639C-22C5-AA8C-4C07-F0E8913B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34136BFB-A23C-F415-FA87-AA6AB194A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DB293DA-B92E-0A0B-D2CE-DE187E1BF9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49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091D685-3C03-11AD-9874-9A9E170A055D}"/>
              </a:ext>
            </a:extLst>
          </p:cNvPr>
          <p:cNvSpPr/>
          <p:nvPr userDrawn="1"/>
        </p:nvSpPr>
        <p:spPr>
          <a:xfrm>
            <a:off x="0" y="1155469"/>
            <a:ext cx="1729047" cy="149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noFill/>
              <a:latin typeface="Open Sans" panose="020B0606030504020204" pitchFamily="34" charset="0"/>
            </a:endParaRP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EDFABD58-5D37-98DD-A775-111A5576DE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D0C06DA-AF0A-588E-3B5B-3943D882D4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61767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5DBF38F-275F-7794-1451-EAD50C746A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14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3056548"/>
            <a:ext cx="10938164" cy="2701874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2473744"/>
            <a:ext cx="1672741" cy="457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8FEC436-B663-6A8B-5913-DF9CE4B85B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9726" y="1797479"/>
            <a:ext cx="446953" cy="507352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AFFB773F-AE31-4718-1264-EDA929170E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10F744C-3B27-BA2D-5620-FACC35C4C3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2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9C9046-FFF3-3572-FAE2-0DDF3146F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36" y="1458000"/>
            <a:ext cx="10938164" cy="4873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E4D42-A6E5-A373-7628-3E93C34D6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1105" y="6458155"/>
            <a:ext cx="556952" cy="256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DD40EA8-0039-AB40-AF6A-0D34585574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87C1E7FB-7126-7E65-E733-523FE2F2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89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2" r:id="rId3"/>
    <p:sldLayoutId id="2147483675" r:id="rId4"/>
    <p:sldLayoutId id="2147483676" r:id="rId5"/>
    <p:sldLayoutId id="2147483662" r:id="rId6"/>
    <p:sldLayoutId id="2147483677" r:id="rId7"/>
    <p:sldLayoutId id="2147483678" r:id="rId8"/>
    <p:sldLayoutId id="2147483679" r:id="rId9"/>
    <p:sldLayoutId id="2147483664" r:id="rId10"/>
    <p:sldLayoutId id="2147483683" r:id="rId11"/>
    <p:sldLayoutId id="2147483682" r:id="rId12"/>
    <p:sldLayoutId id="2147483681" r:id="rId13"/>
    <p:sldLayoutId id="2147483680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3" r:id="rId22"/>
    <p:sldLayoutId id="2147483684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4068AF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Clr>
          <a:schemeClr val="tx1">
            <a:lumMod val="50000"/>
            <a:lumOff val="50000"/>
          </a:schemeClr>
        </a:buClr>
        <a:buSzPct val="100000"/>
        <a:buFontTx/>
        <a:buBlip>
          <a:blip r:embed="rId26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Tx/>
        <a:buBlip>
          <a:blip r:embed="rId27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cb482be9d901c5a264f7f4dfc6d08634ea8314d1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66f013cd4c5412448542da9e5853d9ab4285f82f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952d771d17c4d2c4952a1dd45b24418f06ae7b7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38f02a12a528253200b5bf078a4c93aea4e430d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Relationship Id="rId3" Type="http://schemas.openxmlformats.org/officeDocument/2006/relationships/image" Target="../media/deb5d19fb24fa5e65cab07436fa97e9c39cdf715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992cd2df8e517205e65622a1911773ae0ea5cb9f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9b1ba40a17ac63046f19043716112fe315b40c59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44d5333f841a4177f440ffe9a98c000c1f24f6df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43e983dc7dfa3f2f2ad487daff585689d77e0e00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9f3c37269fd0c0ec47d90769c9cb4bfb780f44c4.png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d02e258284ef843f729508e550e2feb7a5ddb72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4.xml"/>
<Relationship Id="rId2" Type="http://schemas.openxmlformats.org/officeDocument/2006/relationships/image" Target="../media/05630bbb4b81b63594d12a85252f8e749259e38e.png"/>
<Relationship Id="rId3" Type="http://schemas.openxmlformats.org/officeDocument/2006/relationships/image" Target="../media/ab1c9ce5caf0ead51c8f653a942758bc3c104b1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069378" y="2088000"/>
            <a:ext cx="9319058" cy="1426302"/>
          </a:xfrm>
        </p:spPr>
        <p:txBody>
          <a:bodyPr/>
          <a:lstStyle/>
          <a:p>
            <a:r>
              <a:rPr/>
              <a:t>Test Slide Deck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/>
          <a:p>
            <a:r>
              <a:rPr/>
              <a:t>IQR Objects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/>
          <a:lstStyle/>
          <a:p>
            <a:r>
              <a:rPr/>
              <a:t>2026-06-25</a:t>
            </a:r>
          </a:p>
        </p:txBody>
      </p:sp>
      <p:sp>
        <p:nvSpPr>
          <p:cNvPr id="5" name="Author Placeholder 6"/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/>
          <a:lstStyle/>
          <a:p>
            <a:r>
              <a:rPr/>
              <a:t>Daniel Kaschek, IntiQuan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Plain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Just a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873350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13:42:33.134877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Source: Ezekiel, M. (1930) Methods of Correlation Analysis. Wiley.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13:42:33.318072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png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13:42:38.134802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pdf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13:42:39.88711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ggplot object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13:42:46.922015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13:42:34.215137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13:42:35.869257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5181600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13:42:37.091803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13:42:47.747289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13:42:47.800125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Cars data set from R datasets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The data vie the speed of cars and distances taken to stop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13:42:47.859144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13:42:47.917594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Test IQR Objects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13:43:40.68891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13:43:42.166547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13:43:43.642429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Well-known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Used well known standard data set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mtcars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Applied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xfooter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13:43:46.645864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5669938"/>
          </a:xfrm>
        </p:spPr>
        <p:txBody>
          <a:bodyPr/>
          <a:lstStyle/>
          <a:p>
            <a:r>
              <a:rPr/>
              <a:t>Plotting white noise and testing the wide title layout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5692" y="180000"/>
            <a:ext cx="7688107" cy="5669938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3" cy="469900"/>
          </a:xfrm>
        </p:spPr>
        <p:txBody>
          <a:bodyPr/>
          <a:lstStyle/>
          <a:p>
            <a:r>
              <a:rPr/>
              <a:t>
File: ../Output/01_test/subset_normal_distributions.pdf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13:43:50.819413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Cars data set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403467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4" cy="469900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13:43:53.626263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5181600" cy="4391938"/>
          </a:xfrm>
          <a:prstGeom prst="rect">
            <a:avLst/>
          </a:prstGeom>
        </p:spPr>
      </p:pic>
      <p:sp>
        <p:nvSpPr>
          <p:cNvPr id="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pic>
        <p:nvPicPr>
          <p:cNvPr id="5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body" sz="quarter" idx="15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13:43:55.554646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iQuan">
      <a:dk1>
        <a:srgbClr val="000000"/>
      </a:dk1>
      <a:lt1>
        <a:srgbClr val="FFFFFF"/>
      </a:lt1>
      <a:dk2>
        <a:srgbClr val="4068AF"/>
      </a:dk2>
      <a:lt2>
        <a:srgbClr val="B3BE32"/>
      </a:lt2>
      <a:accent1>
        <a:srgbClr val="B3B3B3"/>
      </a:accent1>
      <a:accent2>
        <a:srgbClr val="3F68AF"/>
      </a:accent2>
      <a:accent3>
        <a:srgbClr val="B2BD32"/>
      </a:accent3>
      <a:accent4>
        <a:srgbClr val="B71A24"/>
      </a:accent4>
      <a:accent5>
        <a:srgbClr val="F7921D"/>
      </a:accent5>
      <a:accent6>
        <a:srgbClr val="F7DA30"/>
      </a:accent6>
      <a:hlink>
        <a:srgbClr val="B2BD32"/>
      </a:hlink>
      <a:folHlink>
        <a:srgbClr val="3273FF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iquan-2023-16" id="{D7EF94A4-5FBA-D544-9371-C98DD4412A09}" vid="{5B29005F-CF3F-DC41-9C76-F5F25D2D28F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Open Sans</vt:lpstr>
      <vt:lpstr>Symbol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Daniel Kaschek</dc:creator>
  <cp:lastModifiedBy>daniel</cp:lastModifiedBy>
  <cp:revision>15</cp:revision>
  <dcterms:created xsi:type="dcterms:W3CDTF">2023-12-20T13:38:35Z</dcterms:created>
  <dcterms:modified xsi:type="dcterms:W3CDTF">2026-06-25T13:45:11Z</dcterms:modified>
</cp:coreProperties>
</file>