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A82E"/>
    <a:srgbClr val="2E3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Relationship Id="rId10" Type="http://schemas.openxmlformats.org/officeDocument/2006/relationships/slide" Target="slides/slide5.xml"/>
<Relationship Id="rId11" Type="http://schemas.openxmlformats.org/officeDocument/2006/relationships/slide" Target="slides/slide6.xml"/>
<Relationship Id="rId12" Type="http://schemas.openxmlformats.org/officeDocument/2006/relationships/slide" Target="slides/slide7.xml"/>
<Relationship Id="rId13" Type="http://schemas.openxmlformats.org/officeDocument/2006/relationships/slide" Target="slides/slide8.xml"/>
<Relationship Id="rId14" Type="http://schemas.openxmlformats.org/officeDocument/2006/relationships/slide" Target="slides/slide9.xml"/>
<Relationship Id="rId15" Type="http://schemas.openxmlformats.org/officeDocument/2006/relationships/slide" Target="slides/slide10.xml"/>
<Relationship Id="rId16" Type="http://schemas.openxmlformats.org/officeDocument/2006/relationships/slide" Target="slides/slide11.xml"/>
<Relationship Id="rId17" Type="http://schemas.openxmlformats.org/officeDocument/2006/relationships/slide" Target="slides/slide12.xml"/>
<Relationship Id="rId18" Type="http://schemas.openxmlformats.org/officeDocument/2006/relationships/slide" Target="slides/slide13.xml"/>
<Relationship Id="rId19" Type="http://schemas.openxmlformats.org/officeDocument/2006/relationships/slide" Target="slides/slide14.xml"/>
<Relationship Id="rId20" Type="http://schemas.openxmlformats.org/officeDocument/2006/relationships/slide" Target="slides/slide15.xml"/>
<Relationship Id="rId21" Type="http://schemas.openxmlformats.org/officeDocument/2006/relationships/slide" Target="slides/slide16.xml"/>
<Relationship Id="rId22" Type="http://schemas.openxmlformats.org/officeDocument/2006/relationships/slide" Target="slides/slide17.xml"/>
<Relationship Id="rId23" Type="http://schemas.openxmlformats.org/officeDocument/2006/relationships/slide" Target="slides/slide18.xml"/>
<Relationship Id="rId24" Type="http://schemas.openxmlformats.org/officeDocument/2006/relationships/slide" Target="slides/slide19.xml"/>
<Relationship Id="rId25" Type="http://schemas.openxmlformats.org/officeDocument/2006/relationships/slide" Target="slides/slide20.xml"/>
<Relationship Id="rId26" Type="http://schemas.openxmlformats.org/officeDocument/2006/relationships/slide" Target="slides/slide21.xml"/>
<Relationship Id="rId27" Type="http://schemas.openxmlformats.org/officeDocument/2006/relationships/slide" Target="slides/slide22.xml"/>
<Relationship Id="rId28" Type="http://schemas.openxmlformats.org/officeDocument/2006/relationships/slide" Target="slides/slide23.xml"/>
<Relationship Id="rId29" Type="http://schemas.openxmlformats.org/officeDocument/2006/relationships/slide" Target="slides/slide24.xml"/>
<Relationship Id="rId30" Type="http://schemas.openxmlformats.org/officeDocument/2006/relationships/slide" Target="slides/slide25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BB00-394A-4F52-AB2E-59765AB32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660" y="1049713"/>
            <a:ext cx="11636679" cy="1752600"/>
          </a:xfrm>
          <a:noFill/>
        </p:spPr>
        <p:txBody>
          <a:bodyPr anchor="b">
            <a:normAutofit/>
          </a:bodyPr>
          <a:lstStyle>
            <a:lvl1pPr algn="l">
              <a:defRPr sz="48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DCD58-A6DE-4685-AD63-FEF15B6E3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660" y="2894388"/>
            <a:ext cx="11636679" cy="3201612"/>
          </a:xfrm>
        </p:spPr>
        <p:txBody>
          <a:bodyPr lIns="274320"/>
          <a:lstStyle>
            <a:lvl1pPr marL="0" indent="0" algn="l">
              <a:buNone/>
              <a:defRPr sz="2400" b="1">
                <a:solidFill>
                  <a:srgbClr val="2E364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9551B-901C-4D34-92CB-97F373419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AEBD8-4A81-431A-AD17-A6A41664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C2F10-8A59-4F5F-84AA-41447B70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9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80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00000" cy="6858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477" y="136525"/>
            <a:ext cx="8136249" cy="6040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0521" y="6356349"/>
            <a:ext cx="1924788" cy="365125"/>
          </a:xfrm>
        </p:spPr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477" y="6356347"/>
            <a:ext cx="681148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9921" y="6356348"/>
            <a:ext cx="1209805" cy="365125"/>
          </a:xfrm>
          <a:solidFill>
            <a:schemeClr val="bg1"/>
          </a:solidFill>
        </p:spPr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BE93D-AA4B-4660-AFA2-2E9EE05E2CD8}"/>
              </a:ext>
            </a:extLst>
          </p:cNvPr>
          <p:cNvSpPr txBox="1"/>
          <p:nvPr userDrawn="1"/>
        </p:nvSpPr>
        <p:spPr>
          <a:xfrm>
            <a:off x="2415622" y="6352143"/>
            <a:ext cx="101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FA82E"/>
                </a:solidFill>
              </a:rPr>
              <a:t>IQR</a:t>
            </a:r>
            <a:r>
              <a:rPr lang="en-US" b="1" dirty="0">
                <a:solidFill>
                  <a:schemeClr val="bg1"/>
                </a:solidFill>
              </a:rPr>
              <a:t>tools</a:t>
            </a:r>
            <a:endParaRPr lang="en-CH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66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21" y="1227551"/>
            <a:ext cx="11649206" cy="44792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6B30566-8B30-4362-BCB6-7F3B3746AF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21" y="5816374"/>
            <a:ext cx="11649206" cy="365125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4558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00000" cy="6858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3103" y="136525"/>
            <a:ext cx="8126624" cy="55703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0521" y="6356349"/>
            <a:ext cx="1751534" cy="365125"/>
          </a:xfrm>
        </p:spPr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3101" y="6356350"/>
            <a:ext cx="674731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9921" y="6356348"/>
            <a:ext cx="1209805" cy="365125"/>
          </a:xfrm>
          <a:solidFill>
            <a:schemeClr val="bg1"/>
          </a:solidFill>
        </p:spPr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6B30566-8B30-4362-BCB6-7F3B3746AF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73101" y="5816374"/>
            <a:ext cx="8126625" cy="365125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3CFF0-DE98-4FDB-9580-F0D07D3FE050}"/>
              </a:ext>
            </a:extLst>
          </p:cNvPr>
          <p:cNvSpPr txBox="1"/>
          <p:nvPr userDrawn="1"/>
        </p:nvSpPr>
        <p:spPr>
          <a:xfrm>
            <a:off x="2415622" y="6352143"/>
            <a:ext cx="101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FA82E"/>
                </a:solidFill>
              </a:rPr>
              <a:t>IQR</a:t>
            </a:r>
            <a:r>
              <a:rPr lang="en-US" b="1" dirty="0">
                <a:solidFill>
                  <a:schemeClr val="bg1"/>
                </a:solidFill>
              </a:rPr>
              <a:t>tools</a:t>
            </a:r>
            <a:endParaRPr lang="en-CH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96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3E8A-D652-4338-AF10-2620BEDD6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CD88D-4D3C-412E-9FE0-022A07406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BA95A-B650-41C7-9489-6DC88967C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BC28A-637A-4CE6-988A-B637DDE1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EDC3-9E77-41A8-88FA-0756CBBE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05547"/>
            <a:ext cx="5727527" cy="4971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80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Right Big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2893512" cy="497141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4033" y="1205547"/>
            <a:ext cx="8755694" cy="497141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7603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05548"/>
            <a:ext cx="5727527" cy="4446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0FF5-0B9C-4441-B73D-B10146FB8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2201" y="5731330"/>
            <a:ext cx="5727526" cy="44563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100"/>
            </a:lvl2pPr>
            <a:lvl3pPr marL="914400" indent="0">
              <a:buFont typeface="Arial" panose="020B0604020202020204" pitchFamily="34" charset="0"/>
              <a:buNone/>
              <a:defRPr sz="1050"/>
            </a:lvl3pPr>
            <a:lvl4pPr marL="1371600" indent="0">
              <a:buFont typeface="Arial" panose="020B0604020202020204" pitchFamily="34" charset="0"/>
              <a:buNone/>
              <a:defRPr sz="1000"/>
            </a:lvl4pPr>
            <a:lvl5pPr marL="18288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5844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446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05548"/>
            <a:ext cx="5727527" cy="5021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0FF5-0B9C-4441-B73D-B10146FB8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21" y="5781584"/>
            <a:ext cx="5769279" cy="44563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100"/>
            </a:lvl2pPr>
            <a:lvl3pPr marL="914400" indent="0">
              <a:buFont typeface="Arial" panose="020B0604020202020204" pitchFamily="34" charset="0"/>
              <a:buNone/>
              <a:defRPr sz="1050"/>
            </a:lvl3pPr>
            <a:lvl4pPr marL="1371600" indent="0">
              <a:buFont typeface="Arial" panose="020B0604020202020204" pitchFamily="34" charset="0"/>
              <a:buNone/>
              <a:defRPr sz="1000"/>
            </a:lvl4pPr>
            <a:lvl5pPr marL="18288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59227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4469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05548"/>
            <a:ext cx="5727527" cy="4446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0FF5-0B9C-4441-B73D-B10146FB8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5" y="5781584"/>
            <a:ext cx="5768975" cy="44563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100"/>
            </a:lvl2pPr>
            <a:lvl3pPr marL="914400" indent="0">
              <a:buFont typeface="Arial" panose="020B0604020202020204" pitchFamily="34" charset="0"/>
              <a:buNone/>
              <a:defRPr sz="1050"/>
            </a:lvl3pPr>
            <a:lvl4pPr marL="1371600" indent="0">
              <a:buFont typeface="Arial" panose="020B0604020202020204" pitchFamily="34" charset="0"/>
              <a:buNone/>
              <a:defRPr sz="1000"/>
            </a:lvl4pPr>
            <a:lvl5pPr marL="18288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CA0C6-2B85-43B4-92F5-635817B1E1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5781675"/>
            <a:ext cx="5727700" cy="44608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16857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EDBF-B9EE-46CF-A2B0-8EE3479EF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AF6FB-AD6C-4882-81B0-96CE078AA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3832D-5B97-457A-BE16-A272372A4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BE55C-A71C-4022-9131-15FEDC116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F743A-257A-4CB8-B95B-5C988CC62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E529E-3A21-43D7-BDFA-A5A848AC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A1AC98-0217-4FDD-B158-1F74B7A1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12B28-E129-463E-A880-BAB46D30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81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B276-42C6-48C4-A2D0-A097A7FD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  <a:solidFill>
            <a:schemeClr val="accent1"/>
          </a:solidFill>
        </p:spPr>
        <p:txBody>
          <a:bodyPr lIns="457200" rIns="9144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B95676-139F-437C-84CA-5CF7DDD4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420A2-E1DF-4D49-99F2-D3EB982F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7E900-54AE-43E4-BB83-C5789362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10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27AEB-BB7C-4254-8707-325AA89D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558A9-A9C1-4ED8-A9ED-C4CBE090E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ED647-76EB-4236-927F-B7D78416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02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24F0-FC25-4442-B0BF-BA8CE018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FC00E-6690-4AD8-A046-4B5C64407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E2489-E8B1-4638-8450-E6A93485A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D3769-D87D-4AC3-842D-25FA6FB4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2A216-50B5-446A-B870-D3E1EE07A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81DF2-3E25-47D5-861D-21090FF0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8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6508-A225-4874-9EAF-22917310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2C181-9AF7-4887-A58E-9CD34DE9C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23641-3CA3-41A0-908F-A9202B5D1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42A99-71B3-40D2-882D-E5CB06AF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4F32E-5C4C-4465-800A-4B1AC8DBD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2F93E-9F34-4A6B-936A-74C4DF71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26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869-D881-4114-9250-92447B95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05416-A94C-4542-97F1-92AAFB0E1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0D993-0F1C-40EA-AFEE-B6B5B141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BE058-B0D8-4632-9A14-D825C824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B8F12-4D34-44B5-9B1D-9E63AA9F8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47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A00737-11BB-4E95-A748-27DD62178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31580-301F-4D45-BF3F-3B77F3F07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AB469-45B1-4622-B0A1-4CC1F7F0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8CB7E-0935-47AE-8D41-C2E027A47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5C856-5925-49B5-A3FB-38FA764D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3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5A62F-17DA-4936-8509-B3C9E576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prstGeom prst="rect">
            <a:avLst/>
          </a:prstGeom>
          <a:solidFill>
            <a:srgbClr val="2E3640"/>
          </a:solidFill>
          <a:ln>
            <a:noFill/>
          </a:ln>
        </p:spPr>
        <p:txBody>
          <a:bodyPr vert="horz" lIns="274320" tIns="0" rIns="27432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565DF-47A0-4C78-B423-51407FF4D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521" y="1227551"/>
            <a:ext cx="11649206" cy="4949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0586B-4622-490A-AFA5-16C3510B4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0521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B1D-4E0B-420D-A7D9-8D1F1DF69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4033" y="6356350"/>
            <a:ext cx="5842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330F5-601E-47E5-936A-31BAE81EA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9323" y="6356348"/>
            <a:ext cx="1209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2ABAA1-DF13-4560-A86C-4949BF9E431B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794876" y="6308726"/>
            <a:ext cx="1270427" cy="48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9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0" r:id="rId4"/>
    <p:sldLayoutId id="2147483665" r:id="rId5"/>
    <p:sldLayoutId id="2147483651" r:id="rId6"/>
    <p:sldLayoutId id="2147483652" r:id="rId7"/>
    <p:sldLayoutId id="2147483666" r:id="rId8"/>
    <p:sldLayoutId id="2147483661" r:id="rId9"/>
    <p:sldLayoutId id="2147483662" r:id="rId10"/>
    <p:sldLayoutId id="2147483663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cap="all" baseline="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9ed70f1f86ec61cd9b2387ea0d10e141741a02e7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9f2467caf685e03a499f98d91aa512eacaa906d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ecfdfdea09fb33fcc87609121f79e9f9335c0c98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a4c35778fefe244e3a523b9cb46e34591fc600cb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5435b573ba4b49f4ff72866c3262cdf2ff73cb1d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5435b573ba4b49f4ff72866c3262cdf2ff73cb1d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5d4504d45d747404925c290e27b4b9babdaa32d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5a7bd8554a70554e28f12afdc9b9ccf9282e407e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5fa3892ff94a52f2055187774c700c8f6d04421f.png"/>
<Relationship Id="rId3" Type="http://schemas.openxmlformats.org/officeDocument/2006/relationships/image" Target="../media/5a7bd8554a70554e28f12afdc9b9ccf9282e407e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5fa3892ff94a52f2055187774c700c8f6d04421f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5a7bd8554a70554e28f12afdc9b9ccf9282e407e.png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eec7287d645a5a455a26e889a842127ebdf87c56.png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604cd5229c27e3be2a21d97796cbd57a848c5e78.png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865aa87633b132a2028ca03019a8720c163f204c.png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535a36236bc5c351c1677f8f3cf7a5e29b8108cf.png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7167baebca879e73330621dfc8ba41bcc51b6044.png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4a47348b13976c12150fca1532fd96439b66eadd.png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c52a54e53b6d6173e8f638d65bda1a1a5e8df56d.png"/>
<Relationship Id="rId3" Type="http://schemas.openxmlformats.org/officeDocument/2006/relationships/image" Target="../media/33d425cca6f01e232dd2d082544c691b12729cc6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60" y="1049713"/>
            <a:ext cx="11636679" cy="1752600"/>
          </a:xfrm>
        </p:spPr>
        <p:txBody>
          <a:bodyPr/>
          <a:lstStyle/>
          <a:p>
            <a:r>
              <a:rPr/>
              <a:t>Test Slide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660" y="2894388"/>
            <a:ext cx="11636679" cy="3201612"/>
          </a:xfrm>
        </p:spPr>
        <p:txBody>
          <a:bodyPr/>
          <a:lstStyle/>
          <a:p>
            <a:r>
              <a:rPr/>
              <a:t>IQR Objects (non-QCed)
Daniel Kaschek, IntiQuan
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</p:spPr>
        <p:txBody>
          <a:bodyPr/>
          <a:lstStyle/>
          <a:p>
            <a:r>
              <a:rPr/>
              <a:t>Plain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Just a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521" y="1227551"/>
            <a:ext cx="11649206" cy="4949412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13:42:33.134877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</p:spPr>
        <p:txBody>
          <a:bodyPr/>
          <a:lstStyle/>
          <a:p>
            <a:r>
              <a:rPr/>
              <a:t>Slides with plots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Overview of cars distance vs time to stop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205548"/>
            <a:ext cx="5727527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1" y="5731330"/>
            <a:ext cx="5727526" cy="445634"/>
          </a:xfrm>
        </p:spPr>
        <p:txBody>
          <a:bodyPr/>
          <a:lstStyle/>
          <a:p>
            <a:r>
              <a:rPr/>
              <a:t>Source: Ezekiel, M. (1930) Methods of Correlation Analysis. Wiley.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13:42:33.318072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Plot from png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521" y="1227551"/>
            <a:ext cx="11649206" cy="4949412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13:42:38.134802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Plot from pdf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521" y="1227551"/>
            <a:ext cx="11649206" cy="4949412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13:42:39.88711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Plot from ggplot object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521" y="1227551"/>
            <a:ext cx="11649206" cy="4949412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13:42:46.922015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</p:spPr>
        <p:txBody>
          <a:bodyPr/>
          <a:lstStyle/>
          <a:p>
            <a:r>
              <a:rPr/>
              <a:t>Slides with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205547"/>
            <a:ext cx="5727527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13:42:34.215137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205547"/>
            <a:ext cx="5727527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13:42:35.869257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0521" y="1205547"/>
            <a:ext cx="5769279" cy="4971416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205547"/>
            <a:ext cx="5727527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13:42:37.091803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</p:spPr>
        <p:txBody>
          <a:bodyPr/>
          <a:lstStyle/>
          <a:p>
            <a:r>
              <a:rPr/>
              <a:t>Layouts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2893512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144033" y="1205547"/>
            <a:ext cx="8755694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13:42:47.747289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0521" y="1205547"/>
            <a:ext cx="2893512" cy="4971416"/>
          </a:xfrm>
          <a:prstGeom prst="rect">
            <a:avLst/>
          </a:prstGeom>
        </p:spPr>
      </p:pic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144033" y="1205547"/>
            <a:ext cx="8755694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13:42:47.800125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0521" y="1205547"/>
            <a:ext cx="2893512" cy="4971416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4033" y="1205547"/>
            <a:ext cx="8755694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Cars data set from R datasets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The data vie the speed of cars and distances taken to stop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13:42:47.859144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2893512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144033" y="1205547"/>
            <a:ext cx="8755694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13:42:47.917594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</p:spPr>
        <p:txBody>
          <a:bodyPr/>
          <a:lstStyle/>
          <a:p>
            <a:r>
              <a:rPr/>
              <a:t>Test IQR Objects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Plotting white noise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205548"/>
            <a:ext cx="5727527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1" y="5731330"/>
            <a:ext cx="5727526" cy="445634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IQSlidedeck_IQRobjects.R | Date: 2026-06-25 13:43:40.68891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Plotting white noise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205548"/>
            <a:ext cx="5727527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1" y="5731330"/>
            <a:ext cx="5727526" cy="445634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IQSlidedeck_IQRobjects.R | Date: 2026-06-25 13:43:42.166547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Plotting white noise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205548"/>
            <a:ext cx="5727527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1" y="5731330"/>
            <a:ext cx="5727526" cy="445634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IQSlidedeck_IQRobjects.R | Date: 2026-06-25 13:43:43.642429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Well-known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Used well known standard data set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mtcars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Applied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IQRoutputTable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xfooter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IQRoutputTable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object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205548"/>
            <a:ext cx="5727527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1" y="5731330"/>
            <a:ext cx="5727526" cy="445634"/>
          </a:xfrm>
        </p:spPr>
        <p:txBody>
          <a:bodyPr/>
          <a:lstStyle/>
          <a:p>
            <a:r>
              <a:rPr/>
              <a:t>See R datasets::mtcars
File: ../Output/01_test/cars_table.txt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IQSlidedeck_IQRobjects.R | Date: 2026-06-25 13:43:46.645864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00000" cy="6858000"/>
          </a:xfrm>
        </p:spPr>
        <p:txBody>
          <a:bodyPr/>
          <a:lstStyle/>
          <a:p>
            <a:r>
              <a:rPr/>
              <a:t>Plotting white noise and testing the wide title layout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3103" y="136525"/>
            <a:ext cx="8126624" cy="5570311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73101" y="5816374"/>
            <a:ext cx="8126625" cy="365125"/>
          </a:xfrm>
        </p:spPr>
        <p:txBody>
          <a:bodyPr/>
          <a:lstStyle/>
          <a:p>
            <a:r>
              <a:rPr/>
              <a:t>
File: ../Output/01_test/subset_normal_distributions.pdf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3101" y="6356350"/>
            <a:ext cx="6747312" cy="365125"/>
          </a:xfrm>
        </p:spPr>
        <p:txBody>
          <a:bodyPr/>
          <a:lstStyle/>
          <a:p>
            <a:r>
              <a:rPr/>
              <a:t>IQSlidedeck_IQRobjects.R | Date: 2026-06-25 13:43:50.819413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Cars data set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521" y="1227551"/>
            <a:ext cx="11649206" cy="4479285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250521" y="5816374"/>
            <a:ext cx="11649206" cy="365125"/>
          </a:xfrm>
        </p:spPr>
        <p:txBody>
          <a:bodyPr/>
          <a:lstStyle/>
          <a:p>
            <a:r>
              <a:rPr/>
              <a:t>See R datasets::mtcars
File: ../Output/01_test/cars_table.txt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IQSlidedeck_IQRobjects.R | Date: 2026-06-25 13:43:53.626263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0521" y="1205547"/>
            <a:ext cx="5769279" cy="4446906"/>
          </a:xfrm>
          <a:prstGeom prst="rect">
            <a:avLst/>
          </a:prstGeom>
        </p:spPr>
      </p:pic>
      <p:sp>
        <p:nvSpPr>
          <p:cNvPr id="4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825" y="5781584"/>
            <a:ext cx="5768975" cy="445634"/>
          </a:xfrm>
        </p:spPr>
        <p:txBody>
          <a:bodyPr/>
          <a:lstStyle/>
          <a:p>
            <a:r>
              <a:rPr/>
              <a:t>Normally distributed random numbers were used.
File: ../Output/01_test/normal_distributions_longlist.pdf</a:t>
            </a:r>
          </a:p>
        </p:txBody>
      </p:sp>
      <p:pic>
        <p:nvPicPr>
          <p:cNvPr id="5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199" y="1205548"/>
            <a:ext cx="5727527" cy="4446905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172200" y="5781675"/>
            <a:ext cx="5727700" cy="446088"/>
          </a:xfrm>
        </p:spPr>
        <p:txBody>
          <a:bodyPr/>
          <a:lstStyle/>
          <a:p>
            <a:r>
              <a:rPr/>
              <a:t>Normally distributed random numbers were used.
File: ../Output/01_test/normal_distributions_longlist.pdf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IQSlidedeck_IQRobjects.R | Date: 2026-06-25 13:43:55.554646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Wingdings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Daniel Kaschek</dc:creator>
  <cp:lastModifiedBy>daniel</cp:lastModifiedBy>
  <cp:revision>31</cp:revision>
  <dcterms:created xsi:type="dcterms:W3CDTF">2019-10-14T19:42:36Z</dcterms:created>
  <dcterms:modified xsi:type="dcterms:W3CDTF">2026-06-25T13:44:22Z</dcterms:modified>
</cp:coreProperties>
</file>